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9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164" autoAdjust="0"/>
  </p:normalViewPr>
  <p:slideViewPr>
    <p:cSldViewPr snapToGrid="0">
      <p:cViewPr varScale="1">
        <p:scale>
          <a:sx n="79" d="100"/>
          <a:sy n="79" d="100"/>
        </p:scale>
        <p:origin x="82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0F1732-F860-44E5-9AD4-386C599F3DD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0B1B2A1-F7D2-4CA6-861C-6E94C43B0F6F}">
      <dgm:prSet/>
      <dgm:spPr/>
      <dgm:t>
        <a:bodyPr/>
        <a:lstStyle/>
        <a:p>
          <a:r>
            <a:rPr lang="en-US"/>
            <a:t>Open-source &amp; widely adopted architecture</a:t>
          </a:r>
        </a:p>
      </dgm:t>
    </dgm:pt>
    <dgm:pt modelId="{138E0D80-31C6-4752-9F0E-95E3CE3A62E6}" type="parTrans" cxnId="{B44A87C4-0C70-4704-97F4-0AB4AB113151}">
      <dgm:prSet/>
      <dgm:spPr/>
      <dgm:t>
        <a:bodyPr/>
        <a:lstStyle/>
        <a:p>
          <a:endParaRPr lang="en-US"/>
        </a:p>
      </dgm:t>
    </dgm:pt>
    <dgm:pt modelId="{A83A9AF3-D929-48C7-B2E2-CBA7F7C36DFD}" type="sibTrans" cxnId="{B44A87C4-0C70-4704-97F4-0AB4AB113151}">
      <dgm:prSet/>
      <dgm:spPr/>
      <dgm:t>
        <a:bodyPr/>
        <a:lstStyle/>
        <a:p>
          <a:endParaRPr lang="en-US"/>
        </a:p>
      </dgm:t>
    </dgm:pt>
    <dgm:pt modelId="{673475DA-4888-4652-B875-CAB9E67797E0}">
      <dgm:prSet/>
      <dgm:spPr/>
      <dgm:t>
        <a:bodyPr/>
        <a:lstStyle/>
        <a:p>
          <a:r>
            <a:rPr lang="en-US"/>
            <a:t>Used in embedded systems, IoT, and high-performance computing</a:t>
          </a:r>
        </a:p>
      </dgm:t>
    </dgm:pt>
    <dgm:pt modelId="{BBA76064-5C73-4E3F-9DDF-AC9B2EDA635A}" type="parTrans" cxnId="{815CD319-E10B-4944-A404-8D7AB82CA022}">
      <dgm:prSet/>
      <dgm:spPr/>
      <dgm:t>
        <a:bodyPr/>
        <a:lstStyle/>
        <a:p>
          <a:endParaRPr lang="en-US"/>
        </a:p>
      </dgm:t>
    </dgm:pt>
    <dgm:pt modelId="{43C5B99D-3B75-4D74-980F-F7AD2F1A3A46}" type="sibTrans" cxnId="{815CD319-E10B-4944-A404-8D7AB82CA022}">
      <dgm:prSet/>
      <dgm:spPr/>
      <dgm:t>
        <a:bodyPr/>
        <a:lstStyle/>
        <a:p>
          <a:endParaRPr lang="en-US"/>
        </a:p>
      </dgm:t>
    </dgm:pt>
    <dgm:pt modelId="{7CEBB349-A45D-4C98-9BB1-1131B8315873}">
      <dgm:prSet/>
      <dgm:spPr/>
      <dgm:t>
        <a:bodyPr/>
        <a:lstStyle/>
        <a:p>
          <a:r>
            <a:rPr lang="en-US"/>
            <a:t>Helps in understanding low-level hardware interaction</a:t>
          </a:r>
        </a:p>
      </dgm:t>
    </dgm:pt>
    <dgm:pt modelId="{DDA8B7F2-B056-42EA-905F-A2718E60CAE8}" type="parTrans" cxnId="{ADC321A2-A10F-4651-9847-2C33A55661FB}">
      <dgm:prSet/>
      <dgm:spPr/>
      <dgm:t>
        <a:bodyPr/>
        <a:lstStyle/>
        <a:p>
          <a:endParaRPr lang="en-US"/>
        </a:p>
      </dgm:t>
    </dgm:pt>
    <dgm:pt modelId="{90473C7A-AE1D-4F73-8F4D-CD1669348EE3}" type="sibTrans" cxnId="{ADC321A2-A10F-4651-9847-2C33A55661FB}">
      <dgm:prSet/>
      <dgm:spPr/>
      <dgm:t>
        <a:bodyPr/>
        <a:lstStyle/>
        <a:p>
          <a:endParaRPr lang="en-US"/>
        </a:p>
      </dgm:t>
    </dgm:pt>
    <dgm:pt modelId="{5A597890-2AB7-472D-B7E8-27DC633AADD3}" type="pres">
      <dgm:prSet presAssocID="{1C0F1732-F860-44E5-9AD4-386C599F3D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0567CEA-9151-4934-9EA2-C7B0414B4062}" type="pres">
      <dgm:prSet presAssocID="{80B1B2A1-F7D2-4CA6-861C-6E94C43B0F6F}" presName="hierRoot1" presStyleCnt="0"/>
      <dgm:spPr/>
    </dgm:pt>
    <dgm:pt modelId="{5505FF69-15A2-4FE6-862F-C182CF4660CC}" type="pres">
      <dgm:prSet presAssocID="{80B1B2A1-F7D2-4CA6-861C-6E94C43B0F6F}" presName="composite" presStyleCnt="0"/>
      <dgm:spPr/>
    </dgm:pt>
    <dgm:pt modelId="{10213C74-5AF7-4A35-A030-4529190C79A3}" type="pres">
      <dgm:prSet presAssocID="{80B1B2A1-F7D2-4CA6-861C-6E94C43B0F6F}" presName="background" presStyleLbl="node0" presStyleIdx="0" presStyleCnt="3"/>
      <dgm:spPr/>
    </dgm:pt>
    <dgm:pt modelId="{2017D3C2-655C-42CB-9D3E-EEF7762DC3E1}" type="pres">
      <dgm:prSet presAssocID="{80B1B2A1-F7D2-4CA6-861C-6E94C43B0F6F}" presName="text" presStyleLbl="fgAcc0" presStyleIdx="0" presStyleCnt="3">
        <dgm:presLayoutVars>
          <dgm:chPref val="3"/>
        </dgm:presLayoutVars>
      </dgm:prSet>
      <dgm:spPr/>
    </dgm:pt>
    <dgm:pt modelId="{95CCE8B5-24F1-4C0A-A362-D17EDB11D7AA}" type="pres">
      <dgm:prSet presAssocID="{80B1B2A1-F7D2-4CA6-861C-6E94C43B0F6F}" presName="hierChild2" presStyleCnt="0"/>
      <dgm:spPr/>
    </dgm:pt>
    <dgm:pt modelId="{53E2EEC6-4890-4F4A-9335-E2AE00955F8F}" type="pres">
      <dgm:prSet presAssocID="{673475DA-4888-4652-B875-CAB9E67797E0}" presName="hierRoot1" presStyleCnt="0"/>
      <dgm:spPr/>
    </dgm:pt>
    <dgm:pt modelId="{9F29FEF9-DD1D-49B5-BFC0-7D8082C49633}" type="pres">
      <dgm:prSet presAssocID="{673475DA-4888-4652-B875-CAB9E67797E0}" presName="composite" presStyleCnt="0"/>
      <dgm:spPr/>
    </dgm:pt>
    <dgm:pt modelId="{504B5B0F-99C0-428B-BA08-0A9B2977BC63}" type="pres">
      <dgm:prSet presAssocID="{673475DA-4888-4652-B875-CAB9E67797E0}" presName="background" presStyleLbl="node0" presStyleIdx="1" presStyleCnt="3"/>
      <dgm:spPr/>
    </dgm:pt>
    <dgm:pt modelId="{28E0EAE7-4FB1-4B75-BEFC-16E959F09E0E}" type="pres">
      <dgm:prSet presAssocID="{673475DA-4888-4652-B875-CAB9E67797E0}" presName="text" presStyleLbl="fgAcc0" presStyleIdx="1" presStyleCnt="3">
        <dgm:presLayoutVars>
          <dgm:chPref val="3"/>
        </dgm:presLayoutVars>
      </dgm:prSet>
      <dgm:spPr/>
    </dgm:pt>
    <dgm:pt modelId="{8116457C-293C-4046-B01B-CFE4FF315919}" type="pres">
      <dgm:prSet presAssocID="{673475DA-4888-4652-B875-CAB9E67797E0}" presName="hierChild2" presStyleCnt="0"/>
      <dgm:spPr/>
    </dgm:pt>
    <dgm:pt modelId="{217CCB95-01CB-4DFE-AC58-35EB6944710A}" type="pres">
      <dgm:prSet presAssocID="{7CEBB349-A45D-4C98-9BB1-1131B8315873}" presName="hierRoot1" presStyleCnt="0"/>
      <dgm:spPr/>
    </dgm:pt>
    <dgm:pt modelId="{45A39898-861D-486E-A54D-E125CC6EC4A4}" type="pres">
      <dgm:prSet presAssocID="{7CEBB349-A45D-4C98-9BB1-1131B8315873}" presName="composite" presStyleCnt="0"/>
      <dgm:spPr/>
    </dgm:pt>
    <dgm:pt modelId="{D9CE8ADD-ADA4-42EB-B902-D99A0B44975E}" type="pres">
      <dgm:prSet presAssocID="{7CEBB349-A45D-4C98-9BB1-1131B8315873}" presName="background" presStyleLbl="node0" presStyleIdx="2" presStyleCnt="3"/>
      <dgm:spPr/>
    </dgm:pt>
    <dgm:pt modelId="{5FBD2BBE-AB2C-4FFE-8D22-A6EA601D88D1}" type="pres">
      <dgm:prSet presAssocID="{7CEBB349-A45D-4C98-9BB1-1131B8315873}" presName="text" presStyleLbl="fgAcc0" presStyleIdx="2" presStyleCnt="3">
        <dgm:presLayoutVars>
          <dgm:chPref val="3"/>
        </dgm:presLayoutVars>
      </dgm:prSet>
      <dgm:spPr/>
    </dgm:pt>
    <dgm:pt modelId="{61F2A380-0DC4-4C67-B085-ADB1FC7A7392}" type="pres">
      <dgm:prSet presAssocID="{7CEBB349-A45D-4C98-9BB1-1131B8315873}" presName="hierChild2" presStyleCnt="0"/>
      <dgm:spPr/>
    </dgm:pt>
  </dgm:ptLst>
  <dgm:cxnLst>
    <dgm:cxn modelId="{E5902104-A0C2-45DF-B08F-8A9497978C5A}" type="presOf" srcId="{673475DA-4888-4652-B875-CAB9E67797E0}" destId="{28E0EAE7-4FB1-4B75-BEFC-16E959F09E0E}" srcOrd="0" destOrd="0" presId="urn:microsoft.com/office/officeart/2005/8/layout/hierarchy1"/>
    <dgm:cxn modelId="{815CD319-E10B-4944-A404-8D7AB82CA022}" srcId="{1C0F1732-F860-44E5-9AD4-386C599F3DD5}" destId="{673475DA-4888-4652-B875-CAB9E67797E0}" srcOrd="1" destOrd="0" parTransId="{BBA76064-5C73-4E3F-9DDF-AC9B2EDA635A}" sibTransId="{43C5B99D-3B75-4D74-980F-F7AD2F1A3A46}"/>
    <dgm:cxn modelId="{C45D1397-5C61-4F43-8A31-714EFB5EEB9C}" type="presOf" srcId="{1C0F1732-F860-44E5-9AD4-386C599F3DD5}" destId="{5A597890-2AB7-472D-B7E8-27DC633AADD3}" srcOrd="0" destOrd="0" presId="urn:microsoft.com/office/officeart/2005/8/layout/hierarchy1"/>
    <dgm:cxn modelId="{2E266D99-3A65-41FC-9A22-D4DDA2E0057D}" type="presOf" srcId="{7CEBB349-A45D-4C98-9BB1-1131B8315873}" destId="{5FBD2BBE-AB2C-4FFE-8D22-A6EA601D88D1}" srcOrd="0" destOrd="0" presId="urn:microsoft.com/office/officeart/2005/8/layout/hierarchy1"/>
    <dgm:cxn modelId="{ADC321A2-A10F-4651-9847-2C33A55661FB}" srcId="{1C0F1732-F860-44E5-9AD4-386C599F3DD5}" destId="{7CEBB349-A45D-4C98-9BB1-1131B8315873}" srcOrd="2" destOrd="0" parTransId="{DDA8B7F2-B056-42EA-905F-A2718E60CAE8}" sibTransId="{90473C7A-AE1D-4F73-8F4D-CD1669348EE3}"/>
    <dgm:cxn modelId="{B44A87C4-0C70-4704-97F4-0AB4AB113151}" srcId="{1C0F1732-F860-44E5-9AD4-386C599F3DD5}" destId="{80B1B2A1-F7D2-4CA6-861C-6E94C43B0F6F}" srcOrd="0" destOrd="0" parTransId="{138E0D80-31C6-4752-9F0E-95E3CE3A62E6}" sibTransId="{A83A9AF3-D929-48C7-B2E2-CBA7F7C36DFD}"/>
    <dgm:cxn modelId="{0E2763F0-3CF3-41AB-962C-6ED8FF29A14C}" type="presOf" srcId="{80B1B2A1-F7D2-4CA6-861C-6E94C43B0F6F}" destId="{2017D3C2-655C-42CB-9D3E-EEF7762DC3E1}" srcOrd="0" destOrd="0" presId="urn:microsoft.com/office/officeart/2005/8/layout/hierarchy1"/>
    <dgm:cxn modelId="{9B25E863-84BB-4AE5-B224-ECA01E384BFF}" type="presParOf" srcId="{5A597890-2AB7-472D-B7E8-27DC633AADD3}" destId="{00567CEA-9151-4934-9EA2-C7B0414B4062}" srcOrd="0" destOrd="0" presId="urn:microsoft.com/office/officeart/2005/8/layout/hierarchy1"/>
    <dgm:cxn modelId="{9603A75A-FCC9-46FC-A205-EF8256ACDEF1}" type="presParOf" srcId="{00567CEA-9151-4934-9EA2-C7B0414B4062}" destId="{5505FF69-15A2-4FE6-862F-C182CF4660CC}" srcOrd="0" destOrd="0" presId="urn:microsoft.com/office/officeart/2005/8/layout/hierarchy1"/>
    <dgm:cxn modelId="{9AADAD1C-EBF4-406D-A9E7-283D188498CB}" type="presParOf" srcId="{5505FF69-15A2-4FE6-862F-C182CF4660CC}" destId="{10213C74-5AF7-4A35-A030-4529190C79A3}" srcOrd="0" destOrd="0" presId="urn:microsoft.com/office/officeart/2005/8/layout/hierarchy1"/>
    <dgm:cxn modelId="{4A90A359-0E6B-4B4F-BA00-46F74BE38639}" type="presParOf" srcId="{5505FF69-15A2-4FE6-862F-C182CF4660CC}" destId="{2017D3C2-655C-42CB-9D3E-EEF7762DC3E1}" srcOrd="1" destOrd="0" presId="urn:microsoft.com/office/officeart/2005/8/layout/hierarchy1"/>
    <dgm:cxn modelId="{6A77BF04-1D1B-4297-BA40-A55593C729FA}" type="presParOf" srcId="{00567CEA-9151-4934-9EA2-C7B0414B4062}" destId="{95CCE8B5-24F1-4C0A-A362-D17EDB11D7AA}" srcOrd="1" destOrd="0" presId="urn:microsoft.com/office/officeart/2005/8/layout/hierarchy1"/>
    <dgm:cxn modelId="{9CDB4DF1-2C9C-4C3D-8B39-D495FFAD2595}" type="presParOf" srcId="{5A597890-2AB7-472D-B7E8-27DC633AADD3}" destId="{53E2EEC6-4890-4F4A-9335-E2AE00955F8F}" srcOrd="1" destOrd="0" presId="urn:microsoft.com/office/officeart/2005/8/layout/hierarchy1"/>
    <dgm:cxn modelId="{EA59B9F5-470C-46D0-9FCD-094525A8FE99}" type="presParOf" srcId="{53E2EEC6-4890-4F4A-9335-E2AE00955F8F}" destId="{9F29FEF9-DD1D-49B5-BFC0-7D8082C49633}" srcOrd="0" destOrd="0" presId="urn:microsoft.com/office/officeart/2005/8/layout/hierarchy1"/>
    <dgm:cxn modelId="{ED468847-2407-474C-9BEC-55DD0EEFB621}" type="presParOf" srcId="{9F29FEF9-DD1D-49B5-BFC0-7D8082C49633}" destId="{504B5B0F-99C0-428B-BA08-0A9B2977BC63}" srcOrd="0" destOrd="0" presId="urn:microsoft.com/office/officeart/2005/8/layout/hierarchy1"/>
    <dgm:cxn modelId="{2B5B6D6F-D504-4B72-BC21-82C009A3814E}" type="presParOf" srcId="{9F29FEF9-DD1D-49B5-BFC0-7D8082C49633}" destId="{28E0EAE7-4FB1-4B75-BEFC-16E959F09E0E}" srcOrd="1" destOrd="0" presId="urn:microsoft.com/office/officeart/2005/8/layout/hierarchy1"/>
    <dgm:cxn modelId="{B129F9A5-2DF0-4E11-A6C8-036C8BA30252}" type="presParOf" srcId="{53E2EEC6-4890-4F4A-9335-E2AE00955F8F}" destId="{8116457C-293C-4046-B01B-CFE4FF315919}" srcOrd="1" destOrd="0" presId="urn:microsoft.com/office/officeart/2005/8/layout/hierarchy1"/>
    <dgm:cxn modelId="{B3C691F3-CCF8-4E0F-84AB-CAE1FC2E8D77}" type="presParOf" srcId="{5A597890-2AB7-472D-B7E8-27DC633AADD3}" destId="{217CCB95-01CB-4DFE-AC58-35EB6944710A}" srcOrd="2" destOrd="0" presId="urn:microsoft.com/office/officeart/2005/8/layout/hierarchy1"/>
    <dgm:cxn modelId="{DB2530E6-421C-484F-A1F0-9843E98BF0D7}" type="presParOf" srcId="{217CCB95-01CB-4DFE-AC58-35EB6944710A}" destId="{45A39898-861D-486E-A54D-E125CC6EC4A4}" srcOrd="0" destOrd="0" presId="urn:microsoft.com/office/officeart/2005/8/layout/hierarchy1"/>
    <dgm:cxn modelId="{CCBDE3BB-2273-46E7-8BEA-9BD9CA9F23D5}" type="presParOf" srcId="{45A39898-861D-486E-A54D-E125CC6EC4A4}" destId="{D9CE8ADD-ADA4-42EB-B902-D99A0B44975E}" srcOrd="0" destOrd="0" presId="urn:microsoft.com/office/officeart/2005/8/layout/hierarchy1"/>
    <dgm:cxn modelId="{5F107ED0-E29F-4AAB-8162-2BB7AE35E929}" type="presParOf" srcId="{45A39898-861D-486E-A54D-E125CC6EC4A4}" destId="{5FBD2BBE-AB2C-4FFE-8D22-A6EA601D88D1}" srcOrd="1" destOrd="0" presId="urn:microsoft.com/office/officeart/2005/8/layout/hierarchy1"/>
    <dgm:cxn modelId="{76E42E4E-0761-4F4F-B79B-C420D256FACB}" type="presParOf" srcId="{217CCB95-01CB-4DFE-AC58-35EB6944710A}" destId="{61F2A380-0DC4-4C67-B085-ADB1FC7A739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4019D8-49EE-458A-A837-E90D26DD6E53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CF50FF-5BBC-4B7B-BFA0-C5F8B9F6F1BE}">
      <dgm:prSet/>
      <dgm:spPr/>
      <dgm:t>
        <a:bodyPr/>
        <a:lstStyle/>
        <a:p>
          <a:r>
            <a:rPr lang="en-US"/>
            <a:t>Hands-on with </a:t>
          </a:r>
          <a:r>
            <a:rPr lang="en-US" b="1"/>
            <a:t>ESP32-C3</a:t>
          </a:r>
          <a:r>
            <a:rPr lang="en-US"/>
            <a:t> hardware</a:t>
          </a:r>
        </a:p>
      </dgm:t>
    </dgm:pt>
    <dgm:pt modelId="{76DEDA33-4387-4A52-9536-2611FA31A3C2}" type="parTrans" cxnId="{2A6C9ACF-6F38-403B-89D8-B4624ED4CC1B}">
      <dgm:prSet/>
      <dgm:spPr/>
      <dgm:t>
        <a:bodyPr/>
        <a:lstStyle/>
        <a:p>
          <a:endParaRPr lang="en-US"/>
        </a:p>
      </dgm:t>
    </dgm:pt>
    <dgm:pt modelId="{203D27FD-4307-4BDC-AC7D-14464C555963}" type="sibTrans" cxnId="{2A6C9ACF-6F38-403B-89D8-B4624ED4CC1B}">
      <dgm:prSet/>
      <dgm:spPr/>
      <dgm:t>
        <a:bodyPr/>
        <a:lstStyle/>
        <a:p>
          <a:endParaRPr lang="en-US"/>
        </a:p>
      </dgm:t>
    </dgm:pt>
    <dgm:pt modelId="{70D156DE-929D-484F-99C5-1916C924E777}">
      <dgm:prSet/>
      <dgm:spPr/>
      <dgm:t>
        <a:bodyPr/>
        <a:lstStyle/>
        <a:p>
          <a:r>
            <a:rPr lang="en-US"/>
            <a:t>Using </a:t>
          </a:r>
          <a:r>
            <a:rPr lang="en-US" b="1"/>
            <a:t>QEMU</a:t>
          </a:r>
          <a:r>
            <a:rPr lang="en-US"/>
            <a:t> for RISC-V emulation</a:t>
          </a:r>
        </a:p>
      </dgm:t>
    </dgm:pt>
    <dgm:pt modelId="{A8EF8362-ECC6-44AA-80AD-C662B9CAB512}" type="parTrans" cxnId="{CC5AA9BC-72EC-4FED-BC56-20FED0D77C09}">
      <dgm:prSet/>
      <dgm:spPr/>
      <dgm:t>
        <a:bodyPr/>
        <a:lstStyle/>
        <a:p>
          <a:endParaRPr lang="en-US"/>
        </a:p>
      </dgm:t>
    </dgm:pt>
    <dgm:pt modelId="{484B90D7-B985-40F5-AA12-01E16EFF1D38}" type="sibTrans" cxnId="{CC5AA9BC-72EC-4FED-BC56-20FED0D77C09}">
      <dgm:prSet/>
      <dgm:spPr/>
      <dgm:t>
        <a:bodyPr/>
        <a:lstStyle/>
        <a:p>
          <a:endParaRPr lang="en-US"/>
        </a:p>
      </dgm:t>
    </dgm:pt>
    <dgm:pt modelId="{915FC7C3-1C9E-40FF-9C76-B1D950E52368}">
      <dgm:prSet/>
      <dgm:spPr/>
      <dgm:t>
        <a:bodyPr/>
        <a:lstStyle/>
        <a:p>
          <a:r>
            <a:rPr lang="en-US"/>
            <a:t>Writing, debugging, and optimizing assembly programs</a:t>
          </a:r>
        </a:p>
      </dgm:t>
    </dgm:pt>
    <dgm:pt modelId="{BBBDBB36-7E3D-4F9B-9FCA-16A339AFA71A}" type="parTrans" cxnId="{4DF6D459-BEF0-4AA0-8AC7-1AB541D69E67}">
      <dgm:prSet/>
      <dgm:spPr/>
      <dgm:t>
        <a:bodyPr/>
        <a:lstStyle/>
        <a:p>
          <a:endParaRPr lang="en-US"/>
        </a:p>
      </dgm:t>
    </dgm:pt>
    <dgm:pt modelId="{172632FA-6AEF-418A-B37E-CBE68723030A}" type="sibTrans" cxnId="{4DF6D459-BEF0-4AA0-8AC7-1AB541D69E67}">
      <dgm:prSet/>
      <dgm:spPr/>
      <dgm:t>
        <a:bodyPr/>
        <a:lstStyle/>
        <a:p>
          <a:endParaRPr lang="en-US"/>
        </a:p>
      </dgm:t>
    </dgm:pt>
    <dgm:pt modelId="{D89BBBC5-804A-4F2D-94AB-CA576F2AF943}" type="pres">
      <dgm:prSet presAssocID="{4D4019D8-49EE-458A-A837-E90D26DD6E53}" presName="diagram" presStyleCnt="0">
        <dgm:presLayoutVars>
          <dgm:dir/>
          <dgm:resizeHandles val="exact"/>
        </dgm:presLayoutVars>
      </dgm:prSet>
      <dgm:spPr/>
    </dgm:pt>
    <dgm:pt modelId="{EBBF4FF3-A302-44B0-8A9E-848CB35891A3}" type="pres">
      <dgm:prSet presAssocID="{CACF50FF-5BBC-4B7B-BFA0-C5F8B9F6F1BE}" presName="node" presStyleLbl="node1" presStyleIdx="0" presStyleCnt="3">
        <dgm:presLayoutVars>
          <dgm:bulletEnabled val="1"/>
        </dgm:presLayoutVars>
      </dgm:prSet>
      <dgm:spPr/>
    </dgm:pt>
    <dgm:pt modelId="{C7B8F656-C18B-44AB-ABAA-23EB4D9B2E0A}" type="pres">
      <dgm:prSet presAssocID="{203D27FD-4307-4BDC-AC7D-14464C555963}" presName="sibTrans" presStyleLbl="sibTrans2D1" presStyleIdx="0" presStyleCnt="2"/>
      <dgm:spPr/>
    </dgm:pt>
    <dgm:pt modelId="{35293927-4F5F-467F-89A0-4AD388AC3EF9}" type="pres">
      <dgm:prSet presAssocID="{203D27FD-4307-4BDC-AC7D-14464C555963}" presName="connectorText" presStyleLbl="sibTrans2D1" presStyleIdx="0" presStyleCnt="2"/>
      <dgm:spPr/>
    </dgm:pt>
    <dgm:pt modelId="{AD051420-B42C-4995-B494-0F3BDF987AC3}" type="pres">
      <dgm:prSet presAssocID="{70D156DE-929D-484F-99C5-1916C924E777}" presName="node" presStyleLbl="node1" presStyleIdx="1" presStyleCnt="3">
        <dgm:presLayoutVars>
          <dgm:bulletEnabled val="1"/>
        </dgm:presLayoutVars>
      </dgm:prSet>
      <dgm:spPr/>
    </dgm:pt>
    <dgm:pt modelId="{3EFC89DC-647B-4AAB-9149-6A2E8BA0DF20}" type="pres">
      <dgm:prSet presAssocID="{484B90D7-B985-40F5-AA12-01E16EFF1D38}" presName="sibTrans" presStyleLbl="sibTrans2D1" presStyleIdx="1" presStyleCnt="2"/>
      <dgm:spPr/>
    </dgm:pt>
    <dgm:pt modelId="{AADE3B30-C2A6-4AF3-AE38-F93CD051D119}" type="pres">
      <dgm:prSet presAssocID="{484B90D7-B985-40F5-AA12-01E16EFF1D38}" presName="connectorText" presStyleLbl="sibTrans2D1" presStyleIdx="1" presStyleCnt="2"/>
      <dgm:spPr/>
    </dgm:pt>
    <dgm:pt modelId="{BF35B3EB-7731-41F5-89B2-9DA25E954475}" type="pres">
      <dgm:prSet presAssocID="{915FC7C3-1C9E-40FF-9C76-B1D950E52368}" presName="node" presStyleLbl="node1" presStyleIdx="2" presStyleCnt="3">
        <dgm:presLayoutVars>
          <dgm:bulletEnabled val="1"/>
        </dgm:presLayoutVars>
      </dgm:prSet>
      <dgm:spPr/>
    </dgm:pt>
  </dgm:ptLst>
  <dgm:cxnLst>
    <dgm:cxn modelId="{93CD1E00-A128-43DF-A8AF-B92071261623}" type="presOf" srcId="{203D27FD-4307-4BDC-AC7D-14464C555963}" destId="{C7B8F656-C18B-44AB-ABAA-23EB4D9B2E0A}" srcOrd="0" destOrd="0" presId="urn:microsoft.com/office/officeart/2005/8/layout/process5"/>
    <dgm:cxn modelId="{A3845336-CD86-4E14-952C-2FE0DACC11FF}" type="presOf" srcId="{4D4019D8-49EE-458A-A837-E90D26DD6E53}" destId="{D89BBBC5-804A-4F2D-94AB-CA576F2AF943}" srcOrd="0" destOrd="0" presId="urn:microsoft.com/office/officeart/2005/8/layout/process5"/>
    <dgm:cxn modelId="{9F04C55B-3195-4833-AB2D-2E5846EA76CF}" type="presOf" srcId="{70D156DE-929D-484F-99C5-1916C924E777}" destId="{AD051420-B42C-4995-B494-0F3BDF987AC3}" srcOrd="0" destOrd="0" presId="urn:microsoft.com/office/officeart/2005/8/layout/process5"/>
    <dgm:cxn modelId="{2CFC2942-0278-458D-A285-B70FB388CA0C}" type="presOf" srcId="{CACF50FF-5BBC-4B7B-BFA0-C5F8B9F6F1BE}" destId="{EBBF4FF3-A302-44B0-8A9E-848CB35891A3}" srcOrd="0" destOrd="0" presId="urn:microsoft.com/office/officeart/2005/8/layout/process5"/>
    <dgm:cxn modelId="{27EA3743-8B3C-4234-90DF-F0A77918F496}" type="presOf" srcId="{484B90D7-B985-40F5-AA12-01E16EFF1D38}" destId="{AADE3B30-C2A6-4AF3-AE38-F93CD051D119}" srcOrd="1" destOrd="0" presId="urn:microsoft.com/office/officeart/2005/8/layout/process5"/>
    <dgm:cxn modelId="{4DF6D459-BEF0-4AA0-8AC7-1AB541D69E67}" srcId="{4D4019D8-49EE-458A-A837-E90D26DD6E53}" destId="{915FC7C3-1C9E-40FF-9C76-B1D950E52368}" srcOrd="2" destOrd="0" parTransId="{BBBDBB36-7E3D-4F9B-9FCA-16A339AFA71A}" sibTransId="{172632FA-6AEF-418A-B37E-CBE68723030A}"/>
    <dgm:cxn modelId="{DFE4269C-6691-498C-87FE-D2FC2BAD7EDA}" type="presOf" srcId="{484B90D7-B985-40F5-AA12-01E16EFF1D38}" destId="{3EFC89DC-647B-4AAB-9149-6A2E8BA0DF20}" srcOrd="0" destOrd="0" presId="urn:microsoft.com/office/officeart/2005/8/layout/process5"/>
    <dgm:cxn modelId="{8BE80CB1-B6F9-4969-B51F-4FCC400C4D50}" type="presOf" srcId="{915FC7C3-1C9E-40FF-9C76-B1D950E52368}" destId="{BF35B3EB-7731-41F5-89B2-9DA25E954475}" srcOrd="0" destOrd="0" presId="urn:microsoft.com/office/officeart/2005/8/layout/process5"/>
    <dgm:cxn modelId="{CC5AA9BC-72EC-4FED-BC56-20FED0D77C09}" srcId="{4D4019D8-49EE-458A-A837-E90D26DD6E53}" destId="{70D156DE-929D-484F-99C5-1916C924E777}" srcOrd="1" destOrd="0" parTransId="{A8EF8362-ECC6-44AA-80AD-C662B9CAB512}" sibTransId="{484B90D7-B985-40F5-AA12-01E16EFF1D38}"/>
    <dgm:cxn modelId="{2A6C9ACF-6F38-403B-89D8-B4624ED4CC1B}" srcId="{4D4019D8-49EE-458A-A837-E90D26DD6E53}" destId="{CACF50FF-5BBC-4B7B-BFA0-C5F8B9F6F1BE}" srcOrd="0" destOrd="0" parTransId="{76DEDA33-4387-4A52-9536-2611FA31A3C2}" sibTransId="{203D27FD-4307-4BDC-AC7D-14464C555963}"/>
    <dgm:cxn modelId="{2736C6EA-6B32-47DD-99CA-D65D4FBA4FCA}" type="presOf" srcId="{203D27FD-4307-4BDC-AC7D-14464C555963}" destId="{35293927-4F5F-467F-89A0-4AD388AC3EF9}" srcOrd="1" destOrd="0" presId="urn:microsoft.com/office/officeart/2005/8/layout/process5"/>
    <dgm:cxn modelId="{D63DD019-2113-425A-8A51-77A1276306A5}" type="presParOf" srcId="{D89BBBC5-804A-4F2D-94AB-CA576F2AF943}" destId="{EBBF4FF3-A302-44B0-8A9E-848CB35891A3}" srcOrd="0" destOrd="0" presId="urn:microsoft.com/office/officeart/2005/8/layout/process5"/>
    <dgm:cxn modelId="{2AEA3960-D852-410A-A980-2433BAABF67A}" type="presParOf" srcId="{D89BBBC5-804A-4F2D-94AB-CA576F2AF943}" destId="{C7B8F656-C18B-44AB-ABAA-23EB4D9B2E0A}" srcOrd="1" destOrd="0" presId="urn:microsoft.com/office/officeart/2005/8/layout/process5"/>
    <dgm:cxn modelId="{85B753D8-582E-403E-A7E4-3BA52D84F859}" type="presParOf" srcId="{C7B8F656-C18B-44AB-ABAA-23EB4D9B2E0A}" destId="{35293927-4F5F-467F-89A0-4AD388AC3EF9}" srcOrd="0" destOrd="0" presId="urn:microsoft.com/office/officeart/2005/8/layout/process5"/>
    <dgm:cxn modelId="{F78C9409-809D-457B-BD5A-55A251A939B2}" type="presParOf" srcId="{D89BBBC5-804A-4F2D-94AB-CA576F2AF943}" destId="{AD051420-B42C-4995-B494-0F3BDF987AC3}" srcOrd="2" destOrd="0" presId="urn:microsoft.com/office/officeart/2005/8/layout/process5"/>
    <dgm:cxn modelId="{ED435EB1-5A60-42C2-B802-B993E3A67A23}" type="presParOf" srcId="{D89BBBC5-804A-4F2D-94AB-CA576F2AF943}" destId="{3EFC89DC-647B-4AAB-9149-6A2E8BA0DF20}" srcOrd="3" destOrd="0" presId="urn:microsoft.com/office/officeart/2005/8/layout/process5"/>
    <dgm:cxn modelId="{60AD5326-3B5E-4E73-9337-EE683C9C2E3F}" type="presParOf" srcId="{3EFC89DC-647B-4AAB-9149-6A2E8BA0DF20}" destId="{AADE3B30-C2A6-4AF3-AE38-F93CD051D119}" srcOrd="0" destOrd="0" presId="urn:microsoft.com/office/officeart/2005/8/layout/process5"/>
    <dgm:cxn modelId="{3962CF58-3895-4075-9F7F-1BCAD74B1EC0}" type="presParOf" srcId="{D89BBBC5-804A-4F2D-94AB-CA576F2AF943}" destId="{BF35B3EB-7731-41F5-89B2-9DA25E954475}" srcOrd="4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E6FF23-251A-4F62-957E-8110DE698DE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243B9B-4B41-4D85-8EEB-9ECD7C0AAD62}">
      <dgm:prSet/>
      <dgm:spPr/>
      <dgm:t>
        <a:bodyPr/>
        <a:lstStyle/>
        <a:p>
          <a:pPr>
            <a:defRPr cap="all"/>
          </a:pPr>
          <a:r>
            <a:rPr lang="en-IN" b="1"/>
            <a:t>Hardware:</a:t>
          </a:r>
          <a:r>
            <a:rPr lang="en-IN"/>
            <a:t> ESP32-C3 development board</a:t>
          </a:r>
          <a:endParaRPr lang="en-US"/>
        </a:p>
      </dgm:t>
    </dgm:pt>
    <dgm:pt modelId="{F3CD0E3F-63AA-4156-9DBB-D7959B4945ED}" type="parTrans" cxnId="{4872FAE7-06E5-4292-A1DE-49B4505AD102}">
      <dgm:prSet/>
      <dgm:spPr/>
      <dgm:t>
        <a:bodyPr/>
        <a:lstStyle/>
        <a:p>
          <a:endParaRPr lang="en-US"/>
        </a:p>
      </dgm:t>
    </dgm:pt>
    <dgm:pt modelId="{FB7A0AD4-08CE-425E-A1C4-800DA70281EB}" type="sibTrans" cxnId="{4872FAE7-06E5-4292-A1DE-49B4505AD102}">
      <dgm:prSet/>
      <dgm:spPr/>
      <dgm:t>
        <a:bodyPr/>
        <a:lstStyle/>
        <a:p>
          <a:endParaRPr lang="en-US"/>
        </a:p>
      </dgm:t>
    </dgm:pt>
    <dgm:pt modelId="{2F03C1BF-7C4E-4E7D-88E3-3F574437400C}">
      <dgm:prSet/>
      <dgm:spPr/>
      <dgm:t>
        <a:bodyPr/>
        <a:lstStyle/>
        <a:p>
          <a:pPr>
            <a:defRPr cap="all"/>
          </a:pPr>
          <a:r>
            <a:rPr lang="en-IN" b="1"/>
            <a:t>Software:</a:t>
          </a:r>
          <a:r>
            <a:rPr lang="en-IN"/>
            <a:t> ESP-IDF, GCC for RISC-V, QEMU Emulator</a:t>
          </a:r>
          <a:endParaRPr lang="en-US"/>
        </a:p>
      </dgm:t>
    </dgm:pt>
    <dgm:pt modelId="{8315F185-ACF5-4D1E-9256-8291A8ACC103}" type="parTrans" cxnId="{17A8E840-7E2D-4E27-B8BF-3A110A4F2CCD}">
      <dgm:prSet/>
      <dgm:spPr/>
      <dgm:t>
        <a:bodyPr/>
        <a:lstStyle/>
        <a:p>
          <a:endParaRPr lang="en-US"/>
        </a:p>
      </dgm:t>
    </dgm:pt>
    <dgm:pt modelId="{419D654D-0D75-499A-83F9-FFCD1C224A57}" type="sibTrans" cxnId="{17A8E840-7E2D-4E27-B8BF-3A110A4F2CCD}">
      <dgm:prSet/>
      <dgm:spPr/>
      <dgm:t>
        <a:bodyPr/>
        <a:lstStyle/>
        <a:p>
          <a:endParaRPr lang="en-US"/>
        </a:p>
      </dgm:t>
    </dgm:pt>
    <dgm:pt modelId="{A44D3489-7FCB-474D-8194-36FBF5DE155D}">
      <dgm:prSet/>
      <dgm:spPr/>
      <dgm:t>
        <a:bodyPr/>
        <a:lstStyle/>
        <a:p>
          <a:pPr>
            <a:defRPr cap="all"/>
          </a:pPr>
          <a:r>
            <a:rPr lang="en-IN" b="1"/>
            <a:t>Operating System:</a:t>
          </a:r>
          <a:r>
            <a:rPr lang="en-IN"/>
            <a:t> Linux, MacOS, or Windows</a:t>
          </a:r>
          <a:endParaRPr lang="en-US"/>
        </a:p>
      </dgm:t>
    </dgm:pt>
    <dgm:pt modelId="{33B8E191-0A8E-42AA-A0F3-96AD47AD5F82}" type="parTrans" cxnId="{21666A89-7128-4087-93E5-E21FE252E3F1}">
      <dgm:prSet/>
      <dgm:spPr/>
      <dgm:t>
        <a:bodyPr/>
        <a:lstStyle/>
        <a:p>
          <a:endParaRPr lang="en-US"/>
        </a:p>
      </dgm:t>
    </dgm:pt>
    <dgm:pt modelId="{E5BCC3BF-7225-4774-8951-FA5CE11CA455}" type="sibTrans" cxnId="{21666A89-7128-4087-93E5-E21FE252E3F1}">
      <dgm:prSet/>
      <dgm:spPr/>
      <dgm:t>
        <a:bodyPr/>
        <a:lstStyle/>
        <a:p>
          <a:endParaRPr lang="en-US"/>
        </a:p>
      </dgm:t>
    </dgm:pt>
    <dgm:pt modelId="{07A40300-213E-4DA0-936D-B3AB55686F07}" type="pres">
      <dgm:prSet presAssocID="{0FE6FF23-251A-4F62-957E-8110DE698DEE}" presName="root" presStyleCnt="0">
        <dgm:presLayoutVars>
          <dgm:dir/>
          <dgm:resizeHandles val="exact"/>
        </dgm:presLayoutVars>
      </dgm:prSet>
      <dgm:spPr/>
    </dgm:pt>
    <dgm:pt modelId="{17851EF5-84AE-4A78-B282-348406EA09B5}" type="pres">
      <dgm:prSet presAssocID="{12243B9B-4B41-4D85-8EEB-9ECD7C0AAD62}" presName="compNode" presStyleCnt="0"/>
      <dgm:spPr/>
    </dgm:pt>
    <dgm:pt modelId="{3DDDEC61-2775-42FB-8047-50272C61CAD8}" type="pres">
      <dgm:prSet presAssocID="{12243B9B-4B41-4D85-8EEB-9ECD7C0AAD6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062C707-2212-45D3-9EFA-67D02D1D4548}" type="pres">
      <dgm:prSet presAssocID="{12243B9B-4B41-4D85-8EEB-9ECD7C0AAD6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2339973-6DF6-4DE6-9725-C0DB810F7544}" type="pres">
      <dgm:prSet presAssocID="{12243B9B-4B41-4D85-8EEB-9ECD7C0AAD62}" presName="spaceRect" presStyleCnt="0"/>
      <dgm:spPr/>
    </dgm:pt>
    <dgm:pt modelId="{D0C2760B-2E28-4DDC-BC29-98576E8F7C9E}" type="pres">
      <dgm:prSet presAssocID="{12243B9B-4B41-4D85-8EEB-9ECD7C0AAD62}" presName="textRect" presStyleLbl="revTx" presStyleIdx="0" presStyleCnt="3">
        <dgm:presLayoutVars>
          <dgm:chMax val="1"/>
          <dgm:chPref val="1"/>
        </dgm:presLayoutVars>
      </dgm:prSet>
      <dgm:spPr/>
    </dgm:pt>
    <dgm:pt modelId="{1494116B-44FE-4D5E-BEFA-B8E2425A43E1}" type="pres">
      <dgm:prSet presAssocID="{FB7A0AD4-08CE-425E-A1C4-800DA70281EB}" presName="sibTrans" presStyleCnt="0"/>
      <dgm:spPr/>
    </dgm:pt>
    <dgm:pt modelId="{3876AA9B-D642-4777-A609-F6A9F6B5D88D}" type="pres">
      <dgm:prSet presAssocID="{2F03C1BF-7C4E-4E7D-88E3-3F574437400C}" presName="compNode" presStyleCnt="0"/>
      <dgm:spPr/>
    </dgm:pt>
    <dgm:pt modelId="{BBE0E85B-AB41-4C62-990E-F6C3E3661D91}" type="pres">
      <dgm:prSet presAssocID="{2F03C1BF-7C4E-4E7D-88E3-3F574437400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0FD1950-A8C7-4947-B855-1D9DBB341080}" type="pres">
      <dgm:prSet presAssocID="{2F03C1BF-7C4E-4E7D-88E3-3F574437400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4B3D173-12C7-4B7F-A23F-E5BC1F8972F5}" type="pres">
      <dgm:prSet presAssocID="{2F03C1BF-7C4E-4E7D-88E3-3F574437400C}" presName="spaceRect" presStyleCnt="0"/>
      <dgm:spPr/>
    </dgm:pt>
    <dgm:pt modelId="{D78A8F05-31F8-4C4F-AF55-39A99E3FA0AF}" type="pres">
      <dgm:prSet presAssocID="{2F03C1BF-7C4E-4E7D-88E3-3F574437400C}" presName="textRect" presStyleLbl="revTx" presStyleIdx="1" presStyleCnt="3">
        <dgm:presLayoutVars>
          <dgm:chMax val="1"/>
          <dgm:chPref val="1"/>
        </dgm:presLayoutVars>
      </dgm:prSet>
      <dgm:spPr/>
    </dgm:pt>
    <dgm:pt modelId="{49836EB0-4B4E-4F53-9E99-073F0DC4DEE4}" type="pres">
      <dgm:prSet presAssocID="{419D654D-0D75-499A-83F9-FFCD1C224A57}" presName="sibTrans" presStyleCnt="0"/>
      <dgm:spPr/>
    </dgm:pt>
    <dgm:pt modelId="{C9B1612F-05E4-4FB3-8CB1-0CD61C697766}" type="pres">
      <dgm:prSet presAssocID="{A44D3489-7FCB-474D-8194-36FBF5DE155D}" presName="compNode" presStyleCnt="0"/>
      <dgm:spPr/>
    </dgm:pt>
    <dgm:pt modelId="{5899BF1F-EA48-408C-9249-4866D1C15F8B}" type="pres">
      <dgm:prSet presAssocID="{A44D3489-7FCB-474D-8194-36FBF5DE155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E80DC50-7635-4D2E-8F30-C536ACD9D83D}" type="pres">
      <dgm:prSet presAssocID="{A44D3489-7FCB-474D-8194-36FBF5DE155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2E099B3-1EE8-4183-B9E3-95AE380E9C50}" type="pres">
      <dgm:prSet presAssocID="{A44D3489-7FCB-474D-8194-36FBF5DE155D}" presName="spaceRect" presStyleCnt="0"/>
      <dgm:spPr/>
    </dgm:pt>
    <dgm:pt modelId="{0644E501-E671-4901-B0E3-81697828B2FC}" type="pres">
      <dgm:prSet presAssocID="{A44D3489-7FCB-474D-8194-36FBF5DE155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E58BB0F-E849-4D8E-9C29-B176AE55B441}" type="presOf" srcId="{2F03C1BF-7C4E-4E7D-88E3-3F574437400C}" destId="{D78A8F05-31F8-4C4F-AF55-39A99E3FA0AF}" srcOrd="0" destOrd="0" presId="urn:microsoft.com/office/officeart/2018/5/layout/IconLeafLabelList"/>
    <dgm:cxn modelId="{17A8E840-7E2D-4E27-B8BF-3A110A4F2CCD}" srcId="{0FE6FF23-251A-4F62-957E-8110DE698DEE}" destId="{2F03C1BF-7C4E-4E7D-88E3-3F574437400C}" srcOrd="1" destOrd="0" parTransId="{8315F185-ACF5-4D1E-9256-8291A8ACC103}" sibTransId="{419D654D-0D75-499A-83F9-FFCD1C224A57}"/>
    <dgm:cxn modelId="{4C4EDE5D-FA1C-4FC8-B01E-D76E822B73F6}" type="presOf" srcId="{12243B9B-4B41-4D85-8EEB-9ECD7C0AAD62}" destId="{D0C2760B-2E28-4DDC-BC29-98576E8F7C9E}" srcOrd="0" destOrd="0" presId="urn:microsoft.com/office/officeart/2018/5/layout/IconLeafLabelList"/>
    <dgm:cxn modelId="{6A276478-1069-4945-AD12-E9F79585E18B}" type="presOf" srcId="{A44D3489-7FCB-474D-8194-36FBF5DE155D}" destId="{0644E501-E671-4901-B0E3-81697828B2FC}" srcOrd="0" destOrd="0" presId="urn:microsoft.com/office/officeart/2018/5/layout/IconLeafLabelList"/>
    <dgm:cxn modelId="{21666A89-7128-4087-93E5-E21FE252E3F1}" srcId="{0FE6FF23-251A-4F62-957E-8110DE698DEE}" destId="{A44D3489-7FCB-474D-8194-36FBF5DE155D}" srcOrd="2" destOrd="0" parTransId="{33B8E191-0A8E-42AA-A0F3-96AD47AD5F82}" sibTransId="{E5BCC3BF-7225-4774-8951-FA5CE11CA455}"/>
    <dgm:cxn modelId="{4872FAE7-06E5-4292-A1DE-49B4505AD102}" srcId="{0FE6FF23-251A-4F62-957E-8110DE698DEE}" destId="{12243B9B-4B41-4D85-8EEB-9ECD7C0AAD62}" srcOrd="0" destOrd="0" parTransId="{F3CD0E3F-63AA-4156-9DBB-D7959B4945ED}" sibTransId="{FB7A0AD4-08CE-425E-A1C4-800DA70281EB}"/>
    <dgm:cxn modelId="{5F63BDFD-C40F-4AE1-8C2F-FAEA584DEC58}" type="presOf" srcId="{0FE6FF23-251A-4F62-957E-8110DE698DEE}" destId="{07A40300-213E-4DA0-936D-B3AB55686F07}" srcOrd="0" destOrd="0" presId="urn:microsoft.com/office/officeart/2018/5/layout/IconLeafLabelList"/>
    <dgm:cxn modelId="{F40C79B9-D637-4F13-89AD-CC6955220851}" type="presParOf" srcId="{07A40300-213E-4DA0-936D-B3AB55686F07}" destId="{17851EF5-84AE-4A78-B282-348406EA09B5}" srcOrd="0" destOrd="0" presId="urn:microsoft.com/office/officeart/2018/5/layout/IconLeafLabelList"/>
    <dgm:cxn modelId="{A3FE64D5-39DE-4AFF-82D3-476EAD33134C}" type="presParOf" srcId="{17851EF5-84AE-4A78-B282-348406EA09B5}" destId="{3DDDEC61-2775-42FB-8047-50272C61CAD8}" srcOrd="0" destOrd="0" presId="urn:microsoft.com/office/officeart/2018/5/layout/IconLeafLabelList"/>
    <dgm:cxn modelId="{21661DE6-F1C4-4FA3-B332-A5A799D8D8CA}" type="presParOf" srcId="{17851EF5-84AE-4A78-B282-348406EA09B5}" destId="{1062C707-2212-45D3-9EFA-67D02D1D4548}" srcOrd="1" destOrd="0" presId="urn:microsoft.com/office/officeart/2018/5/layout/IconLeafLabelList"/>
    <dgm:cxn modelId="{484E3F45-3C6E-459B-828B-163692AB9686}" type="presParOf" srcId="{17851EF5-84AE-4A78-B282-348406EA09B5}" destId="{A2339973-6DF6-4DE6-9725-C0DB810F7544}" srcOrd="2" destOrd="0" presId="urn:microsoft.com/office/officeart/2018/5/layout/IconLeafLabelList"/>
    <dgm:cxn modelId="{237CFF78-377B-4FFD-817E-20E45B509C43}" type="presParOf" srcId="{17851EF5-84AE-4A78-B282-348406EA09B5}" destId="{D0C2760B-2E28-4DDC-BC29-98576E8F7C9E}" srcOrd="3" destOrd="0" presId="urn:microsoft.com/office/officeart/2018/5/layout/IconLeafLabelList"/>
    <dgm:cxn modelId="{BAA9D62F-CB72-4632-9074-1CCACF701FA7}" type="presParOf" srcId="{07A40300-213E-4DA0-936D-B3AB55686F07}" destId="{1494116B-44FE-4D5E-BEFA-B8E2425A43E1}" srcOrd="1" destOrd="0" presId="urn:microsoft.com/office/officeart/2018/5/layout/IconLeafLabelList"/>
    <dgm:cxn modelId="{0750A409-85AC-446C-AF8A-E23C0813D7C4}" type="presParOf" srcId="{07A40300-213E-4DA0-936D-B3AB55686F07}" destId="{3876AA9B-D642-4777-A609-F6A9F6B5D88D}" srcOrd="2" destOrd="0" presId="urn:microsoft.com/office/officeart/2018/5/layout/IconLeafLabelList"/>
    <dgm:cxn modelId="{745BCCD7-5F20-411D-B02F-C013899C8CA1}" type="presParOf" srcId="{3876AA9B-D642-4777-A609-F6A9F6B5D88D}" destId="{BBE0E85B-AB41-4C62-990E-F6C3E3661D91}" srcOrd="0" destOrd="0" presId="urn:microsoft.com/office/officeart/2018/5/layout/IconLeafLabelList"/>
    <dgm:cxn modelId="{CEFAEE18-A0C7-4EBE-B43B-13AA84DD573C}" type="presParOf" srcId="{3876AA9B-D642-4777-A609-F6A9F6B5D88D}" destId="{70FD1950-A8C7-4947-B855-1D9DBB341080}" srcOrd="1" destOrd="0" presId="urn:microsoft.com/office/officeart/2018/5/layout/IconLeafLabelList"/>
    <dgm:cxn modelId="{C47AB585-141F-4818-9DBF-D8D6F76B0E33}" type="presParOf" srcId="{3876AA9B-D642-4777-A609-F6A9F6B5D88D}" destId="{84B3D173-12C7-4B7F-A23F-E5BC1F8972F5}" srcOrd="2" destOrd="0" presId="urn:microsoft.com/office/officeart/2018/5/layout/IconLeafLabelList"/>
    <dgm:cxn modelId="{310B4F76-E47A-4E4D-AB76-9A50EEC502E0}" type="presParOf" srcId="{3876AA9B-D642-4777-A609-F6A9F6B5D88D}" destId="{D78A8F05-31F8-4C4F-AF55-39A99E3FA0AF}" srcOrd="3" destOrd="0" presId="urn:microsoft.com/office/officeart/2018/5/layout/IconLeafLabelList"/>
    <dgm:cxn modelId="{C77C058F-3ACB-42EF-A570-734288370D6D}" type="presParOf" srcId="{07A40300-213E-4DA0-936D-B3AB55686F07}" destId="{49836EB0-4B4E-4F53-9E99-073F0DC4DEE4}" srcOrd="3" destOrd="0" presId="urn:microsoft.com/office/officeart/2018/5/layout/IconLeafLabelList"/>
    <dgm:cxn modelId="{101FDA8F-ECBC-4F75-BF82-FA646CB8A924}" type="presParOf" srcId="{07A40300-213E-4DA0-936D-B3AB55686F07}" destId="{C9B1612F-05E4-4FB3-8CB1-0CD61C697766}" srcOrd="4" destOrd="0" presId="urn:microsoft.com/office/officeart/2018/5/layout/IconLeafLabelList"/>
    <dgm:cxn modelId="{E6E82154-E8EF-4C8A-A7BE-2EA6F8BD7514}" type="presParOf" srcId="{C9B1612F-05E4-4FB3-8CB1-0CD61C697766}" destId="{5899BF1F-EA48-408C-9249-4866D1C15F8B}" srcOrd="0" destOrd="0" presId="urn:microsoft.com/office/officeart/2018/5/layout/IconLeafLabelList"/>
    <dgm:cxn modelId="{ED25E4B5-1A61-45EA-AD37-CC1FCF94FFC5}" type="presParOf" srcId="{C9B1612F-05E4-4FB3-8CB1-0CD61C697766}" destId="{DE80DC50-7635-4D2E-8F30-C536ACD9D83D}" srcOrd="1" destOrd="0" presId="urn:microsoft.com/office/officeart/2018/5/layout/IconLeafLabelList"/>
    <dgm:cxn modelId="{9931C976-8A19-4D9F-B703-DC6E0B227B6F}" type="presParOf" srcId="{C9B1612F-05E4-4FB3-8CB1-0CD61C697766}" destId="{82E099B3-1EE8-4183-B9E3-95AE380E9C50}" srcOrd="2" destOrd="0" presId="urn:microsoft.com/office/officeart/2018/5/layout/IconLeafLabelList"/>
    <dgm:cxn modelId="{AC0C18AD-05BA-4818-A225-629E487962C3}" type="presParOf" srcId="{C9B1612F-05E4-4FB3-8CB1-0CD61C697766}" destId="{0644E501-E671-4901-B0E3-81697828B2F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B7B65E9-9753-4276-9859-D4ACAF3C037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2D0E3B-56EF-489C-B680-EB9FBE4C075B}">
      <dgm:prSet/>
      <dgm:spPr/>
      <dgm:t>
        <a:bodyPr/>
        <a:lstStyle/>
        <a:p>
          <a:r>
            <a:rPr lang="en-US" b="1"/>
            <a:t>Writing an Assembly Program</a:t>
          </a:r>
          <a:endParaRPr lang="en-US"/>
        </a:p>
      </dgm:t>
    </dgm:pt>
    <dgm:pt modelId="{70F1C31E-3B47-4D14-A267-7882202051EB}" type="parTrans" cxnId="{69BDB4CF-2323-4A64-9B68-B4BFE84484DC}">
      <dgm:prSet/>
      <dgm:spPr/>
      <dgm:t>
        <a:bodyPr/>
        <a:lstStyle/>
        <a:p>
          <a:endParaRPr lang="en-US"/>
        </a:p>
      </dgm:t>
    </dgm:pt>
    <dgm:pt modelId="{3A5C5BC9-DB32-42AA-A5BB-42C827D0168D}" type="sibTrans" cxnId="{69BDB4CF-2323-4A64-9B68-B4BFE84484DC}">
      <dgm:prSet/>
      <dgm:spPr/>
      <dgm:t>
        <a:bodyPr/>
        <a:lstStyle/>
        <a:p>
          <a:endParaRPr lang="en-US"/>
        </a:p>
      </dgm:t>
    </dgm:pt>
    <dgm:pt modelId="{7B67D1AB-1F05-4378-A49F-5AF4E3E1F359}">
      <dgm:prSet/>
      <dgm:spPr/>
      <dgm:t>
        <a:bodyPr/>
        <a:lstStyle/>
        <a:p>
          <a:r>
            <a:rPr lang="en-US" dirty="0"/>
            <a:t>Writing a simple </a:t>
          </a:r>
          <a:r>
            <a:rPr lang="en-US" b="1" dirty="0"/>
            <a:t>"Hello, RISC-V!"</a:t>
          </a:r>
          <a:r>
            <a:rPr lang="en-US" dirty="0"/>
            <a:t> program</a:t>
          </a:r>
        </a:p>
      </dgm:t>
    </dgm:pt>
    <dgm:pt modelId="{C6BA9162-8BAC-48DC-9494-0A7B25253AC6}" type="parTrans" cxnId="{DF573114-885E-4C92-A40D-8BFE46488FD3}">
      <dgm:prSet/>
      <dgm:spPr/>
      <dgm:t>
        <a:bodyPr/>
        <a:lstStyle/>
        <a:p>
          <a:endParaRPr lang="en-US"/>
        </a:p>
      </dgm:t>
    </dgm:pt>
    <dgm:pt modelId="{8D437862-063B-4CDB-B9DD-2C375462B7A3}" type="sibTrans" cxnId="{DF573114-885E-4C92-A40D-8BFE46488FD3}">
      <dgm:prSet/>
      <dgm:spPr/>
      <dgm:t>
        <a:bodyPr/>
        <a:lstStyle/>
        <a:p>
          <a:endParaRPr lang="en-US"/>
        </a:p>
      </dgm:t>
    </dgm:pt>
    <dgm:pt modelId="{86DEBFE3-7AF1-4EC3-8ACC-A993C626799A}">
      <dgm:prSet/>
      <dgm:spPr/>
      <dgm:t>
        <a:bodyPr/>
        <a:lstStyle/>
        <a:p>
          <a:r>
            <a:rPr lang="en-US"/>
            <a:t>Introduction to </a:t>
          </a:r>
          <a:r>
            <a:rPr lang="en-US" b="1"/>
            <a:t>assembly syntax</a:t>
          </a:r>
          <a:r>
            <a:rPr lang="en-US"/>
            <a:t> and </a:t>
          </a:r>
          <a:r>
            <a:rPr lang="en-US" b="1"/>
            <a:t>registers</a:t>
          </a:r>
          <a:endParaRPr lang="en-US"/>
        </a:p>
      </dgm:t>
    </dgm:pt>
    <dgm:pt modelId="{4CDE80A3-774A-46C3-BFB8-3AF47C5B33BE}" type="parTrans" cxnId="{CF58C64B-2DDB-41D3-824B-A1A7BE1A3F10}">
      <dgm:prSet/>
      <dgm:spPr/>
      <dgm:t>
        <a:bodyPr/>
        <a:lstStyle/>
        <a:p>
          <a:endParaRPr lang="en-US"/>
        </a:p>
      </dgm:t>
    </dgm:pt>
    <dgm:pt modelId="{B4767C9C-3EBA-4ACC-9472-26AABDCAACB0}" type="sibTrans" cxnId="{CF58C64B-2DDB-41D3-824B-A1A7BE1A3F10}">
      <dgm:prSet/>
      <dgm:spPr/>
      <dgm:t>
        <a:bodyPr/>
        <a:lstStyle/>
        <a:p>
          <a:endParaRPr lang="en-US"/>
        </a:p>
      </dgm:t>
    </dgm:pt>
    <dgm:pt modelId="{DB882AEE-DF24-44B9-83CE-8B3F1E6F137D}">
      <dgm:prSet/>
      <dgm:spPr/>
      <dgm:t>
        <a:bodyPr/>
        <a:lstStyle/>
        <a:p>
          <a:r>
            <a:rPr lang="en-US"/>
            <a:t>Running code on ESP32-C3 and QEMU</a:t>
          </a:r>
        </a:p>
      </dgm:t>
    </dgm:pt>
    <dgm:pt modelId="{3E4E4D9B-5F63-4AF7-9D00-9CDF297BCFCE}" type="parTrans" cxnId="{4EB6A295-FFEA-4C71-90A1-1949901712F5}">
      <dgm:prSet/>
      <dgm:spPr/>
      <dgm:t>
        <a:bodyPr/>
        <a:lstStyle/>
        <a:p>
          <a:endParaRPr lang="en-US"/>
        </a:p>
      </dgm:t>
    </dgm:pt>
    <dgm:pt modelId="{0DB939D9-FB87-4CF6-8CA9-EC9059B14F5D}" type="sibTrans" cxnId="{4EB6A295-FFEA-4C71-90A1-1949901712F5}">
      <dgm:prSet/>
      <dgm:spPr/>
      <dgm:t>
        <a:bodyPr/>
        <a:lstStyle/>
        <a:p>
          <a:endParaRPr lang="en-US"/>
        </a:p>
      </dgm:t>
    </dgm:pt>
    <dgm:pt modelId="{3727AFA3-78C3-47CC-9EF3-6B80EFBA940C}" type="pres">
      <dgm:prSet presAssocID="{FB7B65E9-9753-4276-9859-D4ACAF3C0376}" presName="outerComposite" presStyleCnt="0">
        <dgm:presLayoutVars>
          <dgm:chMax val="5"/>
          <dgm:dir/>
          <dgm:resizeHandles val="exact"/>
        </dgm:presLayoutVars>
      </dgm:prSet>
      <dgm:spPr/>
    </dgm:pt>
    <dgm:pt modelId="{CB617AD3-FB8B-43F9-B818-D83B68072947}" type="pres">
      <dgm:prSet presAssocID="{FB7B65E9-9753-4276-9859-D4ACAF3C0376}" presName="dummyMaxCanvas" presStyleCnt="0">
        <dgm:presLayoutVars/>
      </dgm:prSet>
      <dgm:spPr/>
    </dgm:pt>
    <dgm:pt modelId="{7A25574D-E7F5-410B-99ED-00FBCA309DB9}" type="pres">
      <dgm:prSet presAssocID="{FB7B65E9-9753-4276-9859-D4ACAF3C0376}" presName="FourNodes_1" presStyleLbl="node1" presStyleIdx="0" presStyleCnt="4" custLinFactY="-99114" custLinFactNeighborX="2295" custLinFactNeighborY="-100000">
        <dgm:presLayoutVars>
          <dgm:bulletEnabled val="1"/>
        </dgm:presLayoutVars>
      </dgm:prSet>
      <dgm:spPr/>
    </dgm:pt>
    <dgm:pt modelId="{4DCCC720-7914-477B-B13F-3C066AFF8E35}" type="pres">
      <dgm:prSet presAssocID="{FB7B65E9-9753-4276-9859-D4ACAF3C0376}" presName="FourNodes_2" presStyleLbl="node1" presStyleIdx="1" presStyleCnt="4">
        <dgm:presLayoutVars>
          <dgm:bulletEnabled val="1"/>
        </dgm:presLayoutVars>
      </dgm:prSet>
      <dgm:spPr/>
    </dgm:pt>
    <dgm:pt modelId="{4327F446-D791-4B8B-A0BE-E89BDD3A0BC6}" type="pres">
      <dgm:prSet presAssocID="{FB7B65E9-9753-4276-9859-D4ACAF3C0376}" presName="FourNodes_3" presStyleLbl="node1" presStyleIdx="2" presStyleCnt="4">
        <dgm:presLayoutVars>
          <dgm:bulletEnabled val="1"/>
        </dgm:presLayoutVars>
      </dgm:prSet>
      <dgm:spPr/>
    </dgm:pt>
    <dgm:pt modelId="{CF0303CF-DCE1-42BB-89E8-DB5931C3EA2B}" type="pres">
      <dgm:prSet presAssocID="{FB7B65E9-9753-4276-9859-D4ACAF3C0376}" presName="FourNodes_4" presStyleLbl="node1" presStyleIdx="3" presStyleCnt="4">
        <dgm:presLayoutVars>
          <dgm:bulletEnabled val="1"/>
        </dgm:presLayoutVars>
      </dgm:prSet>
      <dgm:spPr/>
    </dgm:pt>
    <dgm:pt modelId="{21EAEB5C-2C92-414C-9444-652C2A92B9EF}" type="pres">
      <dgm:prSet presAssocID="{FB7B65E9-9753-4276-9859-D4ACAF3C0376}" presName="FourConn_1-2" presStyleLbl="fgAccFollowNode1" presStyleIdx="0" presStyleCnt="3">
        <dgm:presLayoutVars>
          <dgm:bulletEnabled val="1"/>
        </dgm:presLayoutVars>
      </dgm:prSet>
      <dgm:spPr/>
    </dgm:pt>
    <dgm:pt modelId="{B1F9119F-5A4E-4CE8-9C9E-E2B3B7442352}" type="pres">
      <dgm:prSet presAssocID="{FB7B65E9-9753-4276-9859-D4ACAF3C0376}" presName="FourConn_2-3" presStyleLbl="fgAccFollowNode1" presStyleIdx="1" presStyleCnt="3">
        <dgm:presLayoutVars>
          <dgm:bulletEnabled val="1"/>
        </dgm:presLayoutVars>
      </dgm:prSet>
      <dgm:spPr/>
    </dgm:pt>
    <dgm:pt modelId="{BBCBC9B4-D3F5-4A57-AE70-A2F0C3C583BF}" type="pres">
      <dgm:prSet presAssocID="{FB7B65E9-9753-4276-9859-D4ACAF3C0376}" presName="FourConn_3-4" presStyleLbl="fgAccFollowNode1" presStyleIdx="2" presStyleCnt="3">
        <dgm:presLayoutVars>
          <dgm:bulletEnabled val="1"/>
        </dgm:presLayoutVars>
      </dgm:prSet>
      <dgm:spPr/>
    </dgm:pt>
    <dgm:pt modelId="{412E0D73-F264-4E70-843D-FE5D70F698EE}" type="pres">
      <dgm:prSet presAssocID="{FB7B65E9-9753-4276-9859-D4ACAF3C0376}" presName="FourNodes_1_text" presStyleLbl="node1" presStyleIdx="3" presStyleCnt="4">
        <dgm:presLayoutVars>
          <dgm:bulletEnabled val="1"/>
        </dgm:presLayoutVars>
      </dgm:prSet>
      <dgm:spPr/>
    </dgm:pt>
    <dgm:pt modelId="{FF05B832-2798-4222-AA76-098C51119E1D}" type="pres">
      <dgm:prSet presAssocID="{FB7B65E9-9753-4276-9859-D4ACAF3C0376}" presName="FourNodes_2_text" presStyleLbl="node1" presStyleIdx="3" presStyleCnt="4">
        <dgm:presLayoutVars>
          <dgm:bulletEnabled val="1"/>
        </dgm:presLayoutVars>
      </dgm:prSet>
      <dgm:spPr/>
    </dgm:pt>
    <dgm:pt modelId="{D14BC3C5-71BC-4991-B201-C43DD1309CD3}" type="pres">
      <dgm:prSet presAssocID="{FB7B65E9-9753-4276-9859-D4ACAF3C0376}" presName="FourNodes_3_text" presStyleLbl="node1" presStyleIdx="3" presStyleCnt="4">
        <dgm:presLayoutVars>
          <dgm:bulletEnabled val="1"/>
        </dgm:presLayoutVars>
      </dgm:prSet>
      <dgm:spPr/>
    </dgm:pt>
    <dgm:pt modelId="{5BE51A9D-2DCA-4919-AB0D-48A40A5D1001}" type="pres">
      <dgm:prSet presAssocID="{FB7B65E9-9753-4276-9859-D4ACAF3C037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B5AB900B-BBB8-4669-9A80-E000D090C652}" type="presOf" srcId="{8D437862-063B-4CDB-B9DD-2C375462B7A3}" destId="{B1F9119F-5A4E-4CE8-9C9E-E2B3B7442352}" srcOrd="0" destOrd="0" presId="urn:microsoft.com/office/officeart/2005/8/layout/vProcess5"/>
    <dgm:cxn modelId="{DF573114-885E-4C92-A40D-8BFE46488FD3}" srcId="{FB7B65E9-9753-4276-9859-D4ACAF3C0376}" destId="{7B67D1AB-1F05-4378-A49F-5AF4E3E1F359}" srcOrd="1" destOrd="0" parTransId="{C6BA9162-8BAC-48DC-9494-0A7B25253AC6}" sibTransId="{8D437862-063B-4CDB-B9DD-2C375462B7A3}"/>
    <dgm:cxn modelId="{29238419-2037-4EAC-9B20-9402EEC60A59}" type="presOf" srcId="{9F2D0E3B-56EF-489C-B680-EB9FBE4C075B}" destId="{412E0D73-F264-4E70-843D-FE5D70F698EE}" srcOrd="1" destOrd="0" presId="urn:microsoft.com/office/officeart/2005/8/layout/vProcess5"/>
    <dgm:cxn modelId="{090A5326-7EBE-4894-90FF-0ED73202D207}" type="presOf" srcId="{86DEBFE3-7AF1-4EC3-8ACC-A993C626799A}" destId="{4327F446-D791-4B8B-A0BE-E89BDD3A0BC6}" srcOrd="0" destOrd="0" presId="urn:microsoft.com/office/officeart/2005/8/layout/vProcess5"/>
    <dgm:cxn modelId="{89242827-0F0E-4A7B-A26D-629974E32F51}" type="presOf" srcId="{DB882AEE-DF24-44B9-83CE-8B3F1E6F137D}" destId="{5BE51A9D-2DCA-4919-AB0D-48A40A5D1001}" srcOrd="1" destOrd="0" presId="urn:microsoft.com/office/officeart/2005/8/layout/vProcess5"/>
    <dgm:cxn modelId="{2F582937-2882-476C-A083-A6035F218AF6}" type="presOf" srcId="{9F2D0E3B-56EF-489C-B680-EB9FBE4C075B}" destId="{7A25574D-E7F5-410B-99ED-00FBCA309DB9}" srcOrd="0" destOrd="0" presId="urn:microsoft.com/office/officeart/2005/8/layout/vProcess5"/>
    <dgm:cxn modelId="{5B721F43-3B38-4E55-BC65-467D4B000381}" type="presOf" srcId="{DB882AEE-DF24-44B9-83CE-8B3F1E6F137D}" destId="{CF0303CF-DCE1-42BB-89E8-DB5931C3EA2B}" srcOrd="0" destOrd="0" presId="urn:microsoft.com/office/officeart/2005/8/layout/vProcess5"/>
    <dgm:cxn modelId="{CF58C64B-2DDB-41D3-824B-A1A7BE1A3F10}" srcId="{FB7B65E9-9753-4276-9859-D4ACAF3C0376}" destId="{86DEBFE3-7AF1-4EC3-8ACC-A993C626799A}" srcOrd="2" destOrd="0" parTransId="{4CDE80A3-774A-46C3-BFB8-3AF47C5B33BE}" sibTransId="{B4767C9C-3EBA-4ACC-9472-26AABDCAACB0}"/>
    <dgm:cxn modelId="{2067404D-D22D-492F-A824-8DD38F904652}" type="presOf" srcId="{3A5C5BC9-DB32-42AA-A5BB-42C827D0168D}" destId="{21EAEB5C-2C92-414C-9444-652C2A92B9EF}" srcOrd="0" destOrd="0" presId="urn:microsoft.com/office/officeart/2005/8/layout/vProcess5"/>
    <dgm:cxn modelId="{0D28E281-99BC-4CCF-8478-2D664A22BABB}" type="presOf" srcId="{86DEBFE3-7AF1-4EC3-8ACC-A993C626799A}" destId="{D14BC3C5-71BC-4991-B201-C43DD1309CD3}" srcOrd="1" destOrd="0" presId="urn:microsoft.com/office/officeart/2005/8/layout/vProcess5"/>
    <dgm:cxn modelId="{4EB6A295-FFEA-4C71-90A1-1949901712F5}" srcId="{FB7B65E9-9753-4276-9859-D4ACAF3C0376}" destId="{DB882AEE-DF24-44B9-83CE-8B3F1E6F137D}" srcOrd="3" destOrd="0" parTransId="{3E4E4D9B-5F63-4AF7-9D00-9CDF297BCFCE}" sibTransId="{0DB939D9-FB87-4CF6-8CA9-EC9059B14F5D}"/>
    <dgm:cxn modelId="{13C084B8-E878-4BA1-A23D-999DF8456B8D}" type="presOf" srcId="{7B67D1AB-1F05-4378-A49F-5AF4E3E1F359}" destId="{FF05B832-2798-4222-AA76-098C51119E1D}" srcOrd="1" destOrd="0" presId="urn:microsoft.com/office/officeart/2005/8/layout/vProcess5"/>
    <dgm:cxn modelId="{69BDB4CF-2323-4A64-9B68-B4BFE84484DC}" srcId="{FB7B65E9-9753-4276-9859-D4ACAF3C0376}" destId="{9F2D0E3B-56EF-489C-B680-EB9FBE4C075B}" srcOrd="0" destOrd="0" parTransId="{70F1C31E-3B47-4D14-A267-7882202051EB}" sibTransId="{3A5C5BC9-DB32-42AA-A5BB-42C827D0168D}"/>
    <dgm:cxn modelId="{2E91ACD1-5BF2-4175-BF41-F32055D0123C}" type="presOf" srcId="{FB7B65E9-9753-4276-9859-D4ACAF3C0376}" destId="{3727AFA3-78C3-47CC-9EF3-6B80EFBA940C}" srcOrd="0" destOrd="0" presId="urn:microsoft.com/office/officeart/2005/8/layout/vProcess5"/>
    <dgm:cxn modelId="{B19010D5-AF46-4B8B-994B-016F9578220A}" type="presOf" srcId="{7B67D1AB-1F05-4378-A49F-5AF4E3E1F359}" destId="{4DCCC720-7914-477B-B13F-3C066AFF8E35}" srcOrd="0" destOrd="0" presId="urn:microsoft.com/office/officeart/2005/8/layout/vProcess5"/>
    <dgm:cxn modelId="{7E5C8BE5-3057-4B13-8C14-18AA39ED886A}" type="presOf" srcId="{B4767C9C-3EBA-4ACC-9472-26AABDCAACB0}" destId="{BBCBC9B4-D3F5-4A57-AE70-A2F0C3C583BF}" srcOrd="0" destOrd="0" presId="urn:microsoft.com/office/officeart/2005/8/layout/vProcess5"/>
    <dgm:cxn modelId="{87F569D1-1452-40FD-8472-4B11146F17A2}" type="presParOf" srcId="{3727AFA3-78C3-47CC-9EF3-6B80EFBA940C}" destId="{CB617AD3-FB8B-43F9-B818-D83B68072947}" srcOrd="0" destOrd="0" presId="urn:microsoft.com/office/officeart/2005/8/layout/vProcess5"/>
    <dgm:cxn modelId="{12339102-AA43-4735-93DC-CBBFCC5B65CB}" type="presParOf" srcId="{3727AFA3-78C3-47CC-9EF3-6B80EFBA940C}" destId="{7A25574D-E7F5-410B-99ED-00FBCA309DB9}" srcOrd="1" destOrd="0" presId="urn:microsoft.com/office/officeart/2005/8/layout/vProcess5"/>
    <dgm:cxn modelId="{A2E8C77F-AD9D-4307-B73E-CD32D9387884}" type="presParOf" srcId="{3727AFA3-78C3-47CC-9EF3-6B80EFBA940C}" destId="{4DCCC720-7914-477B-B13F-3C066AFF8E35}" srcOrd="2" destOrd="0" presId="urn:microsoft.com/office/officeart/2005/8/layout/vProcess5"/>
    <dgm:cxn modelId="{22218E00-2722-405B-80AB-53E3CA7CBC8E}" type="presParOf" srcId="{3727AFA3-78C3-47CC-9EF3-6B80EFBA940C}" destId="{4327F446-D791-4B8B-A0BE-E89BDD3A0BC6}" srcOrd="3" destOrd="0" presId="urn:microsoft.com/office/officeart/2005/8/layout/vProcess5"/>
    <dgm:cxn modelId="{28EB5103-5384-4148-9FAA-FCEA7881AB6B}" type="presParOf" srcId="{3727AFA3-78C3-47CC-9EF3-6B80EFBA940C}" destId="{CF0303CF-DCE1-42BB-89E8-DB5931C3EA2B}" srcOrd="4" destOrd="0" presId="urn:microsoft.com/office/officeart/2005/8/layout/vProcess5"/>
    <dgm:cxn modelId="{BDC6BF3F-3031-4533-A82C-E3631D09AAB6}" type="presParOf" srcId="{3727AFA3-78C3-47CC-9EF3-6B80EFBA940C}" destId="{21EAEB5C-2C92-414C-9444-652C2A92B9EF}" srcOrd="5" destOrd="0" presId="urn:microsoft.com/office/officeart/2005/8/layout/vProcess5"/>
    <dgm:cxn modelId="{11A829E1-5C98-49BA-B4A4-FF6FFB857FB7}" type="presParOf" srcId="{3727AFA3-78C3-47CC-9EF3-6B80EFBA940C}" destId="{B1F9119F-5A4E-4CE8-9C9E-E2B3B7442352}" srcOrd="6" destOrd="0" presId="urn:microsoft.com/office/officeart/2005/8/layout/vProcess5"/>
    <dgm:cxn modelId="{29279C88-01EF-492B-93EC-64707378A8EF}" type="presParOf" srcId="{3727AFA3-78C3-47CC-9EF3-6B80EFBA940C}" destId="{BBCBC9B4-D3F5-4A57-AE70-A2F0C3C583BF}" srcOrd="7" destOrd="0" presId="urn:microsoft.com/office/officeart/2005/8/layout/vProcess5"/>
    <dgm:cxn modelId="{857C40E9-8291-4743-AE35-2C855C39FC9F}" type="presParOf" srcId="{3727AFA3-78C3-47CC-9EF3-6B80EFBA940C}" destId="{412E0D73-F264-4E70-843D-FE5D70F698EE}" srcOrd="8" destOrd="0" presId="urn:microsoft.com/office/officeart/2005/8/layout/vProcess5"/>
    <dgm:cxn modelId="{643231BF-5EE2-4472-AD9F-DC2F349FBB2D}" type="presParOf" srcId="{3727AFA3-78C3-47CC-9EF3-6B80EFBA940C}" destId="{FF05B832-2798-4222-AA76-098C51119E1D}" srcOrd="9" destOrd="0" presId="urn:microsoft.com/office/officeart/2005/8/layout/vProcess5"/>
    <dgm:cxn modelId="{AF9E301C-5325-43CC-B824-BDB984E250BB}" type="presParOf" srcId="{3727AFA3-78C3-47CC-9EF3-6B80EFBA940C}" destId="{D14BC3C5-71BC-4991-B201-C43DD1309CD3}" srcOrd="10" destOrd="0" presId="urn:microsoft.com/office/officeart/2005/8/layout/vProcess5"/>
    <dgm:cxn modelId="{DBEB45CF-FD75-42D3-8462-A736527CFB8A}" type="presParOf" srcId="{3727AFA3-78C3-47CC-9EF3-6B80EFBA940C}" destId="{5BE51A9D-2DCA-4919-AB0D-48A40A5D100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BECE8A-46E3-40B6-8D4D-12361CAC605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78D7EB-B4C7-49C5-91F1-D1982C3FC5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Arithmetic &amp; Logical Instructions</a:t>
          </a:r>
        </a:p>
      </dgm:t>
    </dgm:pt>
    <dgm:pt modelId="{3E3F6B1F-DD97-4EE0-B598-B88788E8C006}" type="parTrans" cxnId="{9D12C82E-6824-4E3D-8047-34E315842927}">
      <dgm:prSet/>
      <dgm:spPr/>
      <dgm:t>
        <a:bodyPr/>
        <a:lstStyle/>
        <a:p>
          <a:endParaRPr lang="en-US"/>
        </a:p>
      </dgm:t>
    </dgm:pt>
    <dgm:pt modelId="{1F7ADE84-6F5E-4BB0-94CF-54330BB0352A}" type="sibTrans" cxnId="{9D12C82E-6824-4E3D-8047-34E315842927}">
      <dgm:prSet/>
      <dgm:spPr/>
      <dgm:t>
        <a:bodyPr/>
        <a:lstStyle/>
        <a:p>
          <a:endParaRPr lang="en-US"/>
        </a:p>
      </dgm:t>
    </dgm:pt>
    <dgm:pt modelId="{2E395D09-9C30-452B-BE85-4C79E71194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Load/Store and Branching</a:t>
          </a:r>
        </a:p>
      </dgm:t>
    </dgm:pt>
    <dgm:pt modelId="{D35F92B6-81FA-4B47-9DBD-EB978B058A82}" type="parTrans" cxnId="{F50727D5-8516-4387-846B-567DEFCD7B7D}">
      <dgm:prSet/>
      <dgm:spPr/>
      <dgm:t>
        <a:bodyPr/>
        <a:lstStyle/>
        <a:p>
          <a:endParaRPr lang="en-US"/>
        </a:p>
      </dgm:t>
    </dgm:pt>
    <dgm:pt modelId="{A9285F2C-4B5D-4640-9EE8-3E5638F34B8C}" type="sibTrans" cxnId="{F50727D5-8516-4387-846B-567DEFCD7B7D}">
      <dgm:prSet/>
      <dgm:spPr/>
      <dgm:t>
        <a:bodyPr/>
        <a:lstStyle/>
        <a:p>
          <a:endParaRPr lang="en-US"/>
        </a:p>
      </dgm:t>
    </dgm:pt>
    <dgm:pt modelId="{9FEF1D08-76E0-4B7C-B2D5-842AF6CC23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Call and Return Mechanisms</a:t>
          </a:r>
        </a:p>
      </dgm:t>
    </dgm:pt>
    <dgm:pt modelId="{7F02746D-7CCE-4CA2-8F8D-C8B3E7B2CB7E}" type="parTrans" cxnId="{95B3215C-5E25-4171-B6A1-4E208BA4D8A0}">
      <dgm:prSet/>
      <dgm:spPr/>
      <dgm:t>
        <a:bodyPr/>
        <a:lstStyle/>
        <a:p>
          <a:endParaRPr lang="en-US"/>
        </a:p>
      </dgm:t>
    </dgm:pt>
    <dgm:pt modelId="{3FFBE2C7-6B7E-404B-A361-A0E655E31A0B}" type="sibTrans" cxnId="{95B3215C-5E25-4171-B6A1-4E208BA4D8A0}">
      <dgm:prSet/>
      <dgm:spPr/>
      <dgm:t>
        <a:bodyPr/>
        <a:lstStyle/>
        <a:p>
          <a:endParaRPr lang="en-US"/>
        </a:p>
      </dgm:t>
    </dgm:pt>
    <dgm:pt modelId="{DD4EEE12-FCC0-415D-BF0F-F6D7BBAF6A5E}" type="pres">
      <dgm:prSet presAssocID="{46BECE8A-46E3-40B6-8D4D-12361CAC6056}" presName="root" presStyleCnt="0">
        <dgm:presLayoutVars>
          <dgm:dir/>
          <dgm:resizeHandles val="exact"/>
        </dgm:presLayoutVars>
      </dgm:prSet>
      <dgm:spPr/>
    </dgm:pt>
    <dgm:pt modelId="{C7067552-1675-4163-97B9-EB6CBEC7A590}" type="pres">
      <dgm:prSet presAssocID="{F078D7EB-B4C7-49C5-91F1-D1982C3FC5C9}" presName="compNode" presStyleCnt="0"/>
      <dgm:spPr/>
    </dgm:pt>
    <dgm:pt modelId="{E743CBC0-D713-4D42-9E00-8A1C4267B9EF}" type="pres">
      <dgm:prSet presAssocID="{F078D7EB-B4C7-49C5-91F1-D1982C3FC5C9}" presName="bgRect" presStyleLbl="bgShp" presStyleIdx="0" presStyleCnt="3"/>
      <dgm:spPr/>
    </dgm:pt>
    <dgm:pt modelId="{BA4A7B37-82B0-4B0B-A40A-1B183849B9C5}" type="pres">
      <dgm:prSet presAssocID="{F078D7EB-B4C7-49C5-91F1-D1982C3FC5C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51F22E8-83F2-4690-BF33-0B6953421E2D}" type="pres">
      <dgm:prSet presAssocID="{F078D7EB-B4C7-49C5-91F1-D1982C3FC5C9}" presName="spaceRect" presStyleCnt="0"/>
      <dgm:spPr/>
    </dgm:pt>
    <dgm:pt modelId="{B65AE116-0A4B-4B0E-AABB-424C7DF7A897}" type="pres">
      <dgm:prSet presAssocID="{F078D7EB-B4C7-49C5-91F1-D1982C3FC5C9}" presName="parTx" presStyleLbl="revTx" presStyleIdx="0" presStyleCnt="3">
        <dgm:presLayoutVars>
          <dgm:chMax val="0"/>
          <dgm:chPref val="0"/>
        </dgm:presLayoutVars>
      </dgm:prSet>
      <dgm:spPr/>
    </dgm:pt>
    <dgm:pt modelId="{B3AD8CBC-809D-4D57-8BE6-27AD136B6D09}" type="pres">
      <dgm:prSet presAssocID="{1F7ADE84-6F5E-4BB0-94CF-54330BB0352A}" presName="sibTrans" presStyleCnt="0"/>
      <dgm:spPr/>
    </dgm:pt>
    <dgm:pt modelId="{FF574521-B98D-4F4E-A215-837DEB0449F6}" type="pres">
      <dgm:prSet presAssocID="{2E395D09-9C30-452B-BE85-4C79E7119474}" presName="compNode" presStyleCnt="0"/>
      <dgm:spPr/>
    </dgm:pt>
    <dgm:pt modelId="{61D13EE8-CF51-472A-8183-92F1BB324A78}" type="pres">
      <dgm:prSet presAssocID="{2E395D09-9C30-452B-BE85-4C79E7119474}" presName="bgRect" presStyleLbl="bgShp" presStyleIdx="1" presStyleCnt="3"/>
      <dgm:spPr/>
    </dgm:pt>
    <dgm:pt modelId="{49BCF91B-0842-46FF-A23B-87B16249D251}" type="pres">
      <dgm:prSet presAssocID="{2E395D09-9C30-452B-BE85-4C79E711947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0F9824BE-C561-48DE-ABF5-0FD33D467C5D}" type="pres">
      <dgm:prSet presAssocID="{2E395D09-9C30-452B-BE85-4C79E7119474}" presName="spaceRect" presStyleCnt="0"/>
      <dgm:spPr/>
    </dgm:pt>
    <dgm:pt modelId="{DB21D2A2-D6E7-45CB-A45A-9979E8094BF9}" type="pres">
      <dgm:prSet presAssocID="{2E395D09-9C30-452B-BE85-4C79E7119474}" presName="parTx" presStyleLbl="revTx" presStyleIdx="1" presStyleCnt="3">
        <dgm:presLayoutVars>
          <dgm:chMax val="0"/>
          <dgm:chPref val="0"/>
        </dgm:presLayoutVars>
      </dgm:prSet>
      <dgm:spPr/>
    </dgm:pt>
    <dgm:pt modelId="{8B718F73-9572-4C59-A82B-97E63F91E1D0}" type="pres">
      <dgm:prSet presAssocID="{A9285F2C-4B5D-4640-9EE8-3E5638F34B8C}" presName="sibTrans" presStyleCnt="0"/>
      <dgm:spPr/>
    </dgm:pt>
    <dgm:pt modelId="{E2C49618-F274-4C60-A4B5-76F309E3A514}" type="pres">
      <dgm:prSet presAssocID="{9FEF1D08-76E0-4B7C-B2D5-842AF6CC23DD}" presName="compNode" presStyleCnt="0"/>
      <dgm:spPr/>
    </dgm:pt>
    <dgm:pt modelId="{9A42244A-FD3D-4328-B685-F965FC63421D}" type="pres">
      <dgm:prSet presAssocID="{9FEF1D08-76E0-4B7C-B2D5-842AF6CC23DD}" presName="bgRect" presStyleLbl="bgShp" presStyleIdx="2" presStyleCnt="3"/>
      <dgm:spPr/>
    </dgm:pt>
    <dgm:pt modelId="{10E152E9-2DDB-4685-BC0A-B65326869A84}" type="pres">
      <dgm:prSet presAssocID="{9FEF1D08-76E0-4B7C-B2D5-842AF6CC23D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4FB97CB-371B-44C1-BF2B-411CEA04BD81}" type="pres">
      <dgm:prSet presAssocID="{9FEF1D08-76E0-4B7C-B2D5-842AF6CC23DD}" presName="spaceRect" presStyleCnt="0"/>
      <dgm:spPr/>
    </dgm:pt>
    <dgm:pt modelId="{BF35B896-9847-4B13-AF77-BC3FB120C8EE}" type="pres">
      <dgm:prSet presAssocID="{9FEF1D08-76E0-4B7C-B2D5-842AF6CC23D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D12C82E-6824-4E3D-8047-34E315842927}" srcId="{46BECE8A-46E3-40B6-8D4D-12361CAC6056}" destId="{F078D7EB-B4C7-49C5-91F1-D1982C3FC5C9}" srcOrd="0" destOrd="0" parTransId="{3E3F6B1F-DD97-4EE0-B598-B88788E8C006}" sibTransId="{1F7ADE84-6F5E-4BB0-94CF-54330BB0352A}"/>
    <dgm:cxn modelId="{95B3215C-5E25-4171-B6A1-4E208BA4D8A0}" srcId="{46BECE8A-46E3-40B6-8D4D-12361CAC6056}" destId="{9FEF1D08-76E0-4B7C-B2D5-842AF6CC23DD}" srcOrd="2" destOrd="0" parTransId="{7F02746D-7CCE-4CA2-8F8D-C8B3E7B2CB7E}" sibTransId="{3FFBE2C7-6B7E-404B-A361-A0E655E31A0B}"/>
    <dgm:cxn modelId="{111F5E4C-5224-46FA-B787-1711981EFDF4}" type="presOf" srcId="{F078D7EB-B4C7-49C5-91F1-D1982C3FC5C9}" destId="{B65AE116-0A4B-4B0E-AABB-424C7DF7A897}" srcOrd="0" destOrd="0" presId="urn:microsoft.com/office/officeart/2018/2/layout/IconVerticalSolidList"/>
    <dgm:cxn modelId="{BE17455A-94E6-4586-89B6-05F8D6ED7345}" type="presOf" srcId="{2E395D09-9C30-452B-BE85-4C79E7119474}" destId="{DB21D2A2-D6E7-45CB-A45A-9979E8094BF9}" srcOrd="0" destOrd="0" presId="urn:microsoft.com/office/officeart/2018/2/layout/IconVerticalSolidList"/>
    <dgm:cxn modelId="{F50727D5-8516-4387-846B-567DEFCD7B7D}" srcId="{46BECE8A-46E3-40B6-8D4D-12361CAC6056}" destId="{2E395D09-9C30-452B-BE85-4C79E7119474}" srcOrd="1" destOrd="0" parTransId="{D35F92B6-81FA-4B47-9DBD-EB978B058A82}" sibTransId="{A9285F2C-4B5D-4640-9EE8-3E5638F34B8C}"/>
    <dgm:cxn modelId="{098AF2F4-636E-4241-9165-A3FA0BD82D41}" type="presOf" srcId="{9FEF1D08-76E0-4B7C-B2D5-842AF6CC23DD}" destId="{BF35B896-9847-4B13-AF77-BC3FB120C8EE}" srcOrd="0" destOrd="0" presId="urn:microsoft.com/office/officeart/2018/2/layout/IconVerticalSolidList"/>
    <dgm:cxn modelId="{40A409FD-7F97-4975-B02C-77DE7FA69272}" type="presOf" srcId="{46BECE8A-46E3-40B6-8D4D-12361CAC6056}" destId="{DD4EEE12-FCC0-415D-BF0F-F6D7BBAF6A5E}" srcOrd="0" destOrd="0" presId="urn:microsoft.com/office/officeart/2018/2/layout/IconVerticalSolidList"/>
    <dgm:cxn modelId="{749E926E-53FB-41D8-9C89-ADB49ADB51F1}" type="presParOf" srcId="{DD4EEE12-FCC0-415D-BF0F-F6D7BBAF6A5E}" destId="{C7067552-1675-4163-97B9-EB6CBEC7A590}" srcOrd="0" destOrd="0" presId="urn:microsoft.com/office/officeart/2018/2/layout/IconVerticalSolidList"/>
    <dgm:cxn modelId="{98D174F4-CFB4-4DEA-AAB5-91AE76C9F925}" type="presParOf" srcId="{C7067552-1675-4163-97B9-EB6CBEC7A590}" destId="{E743CBC0-D713-4D42-9E00-8A1C4267B9EF}" srcOrd="0" destOrd="0" presId="urn:microsoft.com/office/officeart/2018/2/layout/IconVerticalSolidList"/>
    <dgm:cxn modelId="{6B0B333C-8EA8-4CE6-BEDA-27A187CD386C}" type="presParOf" srcId="{C7067552-1675-4163-97B9-EB6CBEC7A590}" destId="{BA4A7B37-82B0-4B0B-A40A-1B183849B9C5}" srcOrd="1" destOrd="0" presId="urn:microsoft.com/office/officeart/2018/2/layout/IconVerticalSolidList"/>
    <dgm:cxn modelId="{24415206-6EE9-4A3D-971F-65C6AFDC49A9}" type="presParOf" srcId="{C7067552-1675-4163-97B9-EB6CBEC7A590}" destId="{E51F22E8-83F2-4690-BF33-0B6953421E2D}" srcOrd="2" destOrd="0" presId="urn:microsoft.com/office/officeart/2018/2/layout/IconVerticalSolidList"/>
    <dgm:cxn modelId="{17978627-32E3-4A99-B3A2-D4AD0391B897}" type="presParOf" srcId="{C7067552-1675-4163-97B9-EB6CBEC7A590}" destId="{B65AE116-0A4B-4B0E-AABB-424C7DF7A897}" srcOrd="3" destOrd="0" presId="urn:microsoft.com/office/officeart/2018/2/layout/IconVerticalSolidList"/>
    <dgm:cxn modelId="{F66F4380-416D-43B9-9703-B6B9B56AEE7D}" type="presParOf" srcId="{DD4EEE12-FCC0-415D-BF0F-F6D7BBAF6A5E}" destId="{B3AD8CBC-809D-4D57-8BE6-27AD136B6D09}" srcOrd="1" destOrd="0" presId="urn:microsoft.com/office/officeart/2018/2/layout/IconVerticalSolidList"/>
    <dgm:cxn modelId="{7AC5B500-0F2E-4ECE-B0F4-9753320A9D2E}" type="presParOf" srcId="{DD4EEE12-FCC0-415D-BF0F-F6D7BBAF6A5E}" destId="{FF574521-B98D-4F4E-A215-837DEB0449F6}" srcOrd="2" destOrd="0" presId="urn:microsoft.com/office/officeart/2018/2/layout/IconVerticalSolidList"/>
    <dgm:cxn modelId="{BFE69771-987F-420D-9B17-6BCC43DFFD9B}" type="presParOf" srcId="{FF574521-B98D-4F4E-A215-837DEB0449F6}" destId="{61D13EE8-CF51-472A-8183-92F1BB324A78}" srcOrd="0" destOrd="0" presId="urn:microsoft.com/office/officeart/2018/2/layout/IconVerticalSolidList"/>
    <dgm:cxn modelId="{1FB4E731-E0F5-41C8-8C4A-F08B72E2EF86}" type="presParOf" srcId="{FF574521-B98D-4F4E-A215-837DEB0449F6}" destId="{49BCF91B-0842-46FF-A23B-87B16249D251}" srcOrd="1" destOrd="0" presId="urn:microsoft.com/office/officeart/2018/2/layout/IconVerticalSolidList"/>
    <dgm:cxn modelId="{9E75A080-C01A-4CE7-B299-062FE6C4B69E}" type="presParOf" srcId="{FF574521-B98D-4F4E-A215-837DEB0449F6}" destId="{0F9824BE-C561-48DE-ABF5-0FD33D467C5D}" srcOrd="2" destOrd="0" presId="urn:microsoft.com/office/officeart/2018/2/layout/IconVerticalSolidList"/>
    <dgm:cxn modelId="{A9E3A0DA-8509-4FFA-93DA-A6C40436BBA5}" type="presParOf" srcId="{FF574521-B98D-4F4E-A215-837DEB0449F6}" destId="{DB21D2A2-D6E7-45CB-A45A-9979E8094BF9}" srcOrd="3" destOrd="0" presId="urn:microsoft.com/office/officeart/2018/2/layout/IconVerticalSolidList"/>
    <dgm:cxn modelId="{D78E1B21-44DC-4F7B-8D64-F49C42A4A49A}" type="presParOf" srcId="{DD4EEE12-FCC0-415D-BF0F-F6D7BBAF6A5E}" destId="{8B718F73-9572-4C59-A82B-97E63F91E1D0}" srcOrd="3" destOrd="0" presId="urn:microsoft.com/office/officeart/2018/2/layout/IconVerticalSolidList"/>
    <dgm:cxn modelId="{5274153B-8E93-4BD2-B1D7-6EB6F1741C22}" type="presParOf" srcId="{DD4EEE12-FCC0-415D-BF0F-F6D7BBAF6A5E}" destId="{E2C49618-F274-4C60-A4B5-76F309E3A514}" srcOrd="4" destOrd="0" presId="urn:microsoft.com/office/officeart/2018/2/layout/IconVerticalSolidList"/>
    <dgm:cxn modelId="{DB6D6435-A288-4B7B-A1AE-EB273C77AE75}" type="presParOf" srcId="{E2C49618-F274-4C60-A4B5-76F309E3A514}" destId="{9A42244A-FD3D-4328-B685-F965FC63421D}" srcOrd="0" destOrd="0" presId="urn:microsoft.com/office/officeart/2018/2/layout/IconVerticalSolidList"/>
    <dgm:cxn modelId="{31CA873C-F516-469D-AC49-3F277253F714}" type="presParOf" srcId="{E2C49618-F274-4C60-A4B5-76F309E3A514}" destId="{10E152E9-2DDB-4685-BC0A-B65326869A84}" srcOrd="1" destOrd="0" presId="urn:microsoft.com/office/officeart/2018/2/layout/IconVerticalSolidList"/>
    <dgm:cxn modelId="{E92E6B0A-41D7-4DE4-A700-93089121C953}" type="presParOf" srcId="{E2C49618-F274-4C60-A4B5-76F309E3A514}" destId="{B4FB97CB-371B-44C1-BF2B-411CEA04BD81}" srcOrd="2" destOrd="0" presId="urn:microsoft.com/office/officeart/2018/2/layout/IconVerticalSolidList"/>
    <dgm:cxn modelId="{6A928B1A-E23F-4714-AF8A-28CAC1D73078}" type="presParOf" srcId="{E2C49618-F274-4C60-A4B5-76F309E3A514}" destId="{BF35B896-9847-4B13-AF77-BC3FB120C8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2183A7-16C1-4FA9-84A7-051D69ACD9B6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9325B73-2AF7-41BC-9DE2-F991BB609D1A}">
      <dgm:prSet/>
      <dgm:spPr/>
      <dgm:t>
        <a:bodyPr/>
        <a:lstStyle/>
        <a:p>
          <a:r>
            <a:rPr lang="en-US"/>
            <a:t>Understanding</a:t>
          </a:r>
        </a:p>
      </dgm:t>
    </dgm:pt>
    <dgm:pt modelId="{CE3B5923-E8AB-489F-A0A7-4D1E4C887C38}" type="parTrans" cxnId="{7D121078-4696-412D-A880-BB05CDD42E72}">
      <dgm:prSet/>
      <dgm:spPr/>
      <dgm:t>
        <a:bodyPr/>
        <a:lstStyle/>
        <a:p>
          <a:endParaRPr lang="en-US"/>
        </a:p>
      </dgm:t>
    </dgm:pt>
    <dgm:pt modelId="{59381769-F721-480E-AC39-A8D542683AA3}" type="sibTrans" cxnId="{7D121078-4696-412D-A880-BB05CDD42E72}">
      <dgm:prSet/>
      <dgm:spPr/>
      <dgm:t>
        <a:bodyPr/>
        <a:lstStyle/>
        <a:p>
          <a:endParaRPr lang="en-US"/>
        </a:p>
      </dgm:t>
    </dgm:pt>
    <dgm:pt modelId="{1C838C78-6B0D-4E89-A36B-541E9F06CCB7}">
      <dgm:prSet/>
      <dgm:spPr/>
      <dgm:t>
        <a:bodyPr/>
        <a:lstStyle/>
        <a:p>
          <a:r>
            <a:rPr lang="en-US"/>
            <a:t>Understanding floating-point registers</a:t>
          </a:r>
        </a:p>
      </dgm:t>
    </dgm:pt>
    <dgm:pt modelId="{AFA97D7A-75F9-4EBA-B2DA-6A650BC38D16}" type="parTrans" cxnId="{48599E81-5E22-4AF8-89F6-92F4145C011D}">
      <dgm:prSet/>
      <dgm:spPr/>
      <dgm:t>
        <a:bodyPr/>
        <a:lstStyle/>
        <a:p>
          <a:endParaRPr lang="en-US"/>
        </a:p>
      </dgm:t>
    </dgm:pt>
    <dgm:pt modelId="{46F4A426-9C8E-46EF-9B47-9C090E75974E}" type="sibTrans" cxnId="{48599E81-5E22-4AF8-89F6-92F4145C011D}">
      <dgm:prSet/>
      <dgm:spPr/>
      <dgm:t>
        <a:bodyPr/>
        <a:lstStyle/>
        <a:p>
          <a:endParaRPr lang="en-US"/>
        </a:p>
      </dgm:t>
    </dgm:pt>
    <dgm:pt modelId="{385B70BD-3515-4D7E-825C-5AD08E7F4E29}">
      <dgm:prSet/>
      <dgm:spPr/>
      <dgm:t>
        <a:bodyPr/>
        <a:lstStyle/>
        <a:p>
          <a:r>
            <a:rPr lang="en-US"/>
            <a:t>Implementing</a:t>
          </a:r>
        </a:p>
      </dgm:t>
    </dgm:pt>
    <dgm:pt modelId="{10ED4DD8-11CF-4CD9-99B6-700E5BA19C4F}" type="parTrans" cxnId="{18E4B7BF-643C-4EA4-9985-CCD56E0A2071}">
      <dgm:prSet/>
      <dgm:spPr/>
      <dgm:t>
        <a:bodyPr/>
        <a:lstStyle/>
        <a:p>
          <a:endParaRPr lang="en-US"/>
        </a:p>
      </dgm:t>
    </dgm:pt>
    <dgm:pt modelId="{62AE93E4-1E30-4703-8FBB-5A1D24541012}" type="sibTrans" cxnId="{18E4B7BF-643C-4EA4-9985-CCD56E0A2071}">
      <dgm:prSet/>
      <dgm:spPr/>
      <dgm:t>
        <a:bodyPr/>
        <a:lstStyle/>
        <a:p>
          <a:endParaRPr lang="en-US"/>
        </a:p>
      </dgm:t>
    </dgm:pt>
    <dgm:pt modelId="{F2157108-EB25-4E25-8281-BFD46A8844B4}">
      <dgm:prSet/>
      <dgm:spPr/>
      <dgm:t>
        <a:bodyPr/>
        <a:lstStyle/>
        <a:p>
          <a:r>
            <a:rPr lang="en-US"/>
            <a:t>Implementing mathematical operations in assembly</a:t>
          </a:r>
        </a:p>
      </dgm:t>
    </dgm:pt>
    <dgm:pt modelId="{117B7054-5CD2-4B10-8648-1CACE8C8AD92}" type="parTrans" cxnId="{3F450D8C-034E-4ADC-82DE-D6672AC6C77D}">
      <dgm:prSet/>
      <dgm:spPr/>
      <dgm:t>
        <a:bodyPr/>
        <a:lstStyle/>
        <a:p>
          <a:endParaRPr lang="en-US"/>
        </a:p>
      </dgm:t>
    </dgm:pt>
    <dgm:pt modelId="{0450CD58-991B-4F11-8D79-EEFC62F17094}" type="sibTrans" cxnId="{3F450D8C-034E-4ADC-82DE-D6672AC6C77D}">
      <dgm:prSet/>
      <dgm:spPr/>
      <dgm:t>
        <a:bodyPr/>
        <a:lstStyle/>
        <a:p>
          <a:endParaRPr lang="en-US"/>
        </a:p>
      </dgm:t>
    </dgm:pt>
    <dgm:pt modelId="{09338E62-B6C5-4EF9-A412-7DCE839B9455}">
      <dgm:prSet/>
      <dgm:spPr/>
      <dgm:t>
        <a:bodyPr/>
        <a:lstStyle/>
        <a:p>
          <a:r>
            <a:rPr lang="en-US"/>
            <a:t>Optimizing</a:t>
          </a:r>
        </a:p>
      </dgm:t>
    </dgm:pt>
    <dgm:pt modelId="{4B999A55-F565-4C53-A359-01B3B407AECE}" type="parTrans" cxnId="{AFE67B10-44B8-4C89-A286-2332AF96E6D9}">
      <dgm:prSet/>
      <dgm:spPr/>
      <dgm:t>
        <a:bodyPr/>
        <a:lstStyle/>
        <a:p>
          <a:endParaRPr lang="en-US"/>
        </a:p>
      </dgm:t>
    </dgm:pt>
    <dgm:pt modelId="{167E19D8-E5B2-4A45-A252-4C03620EA515}" type="sibTrans" cxnId="{AFE67B10-44B8-4C89-A286-2332AF96E6D9}">
      <dgm:prSet/>
      <dgm:spPr/>
      <dgm:t>
        <a:bodyPr/>
        <a:lstStyle/>
        <a:p>
          <a:endParaRPr lang="en-US"/>
        </a:p>
      </dgm:t>
    </dgm:pt>
    <dgm:pt modelId="{8FF8958F-1B69-4F6D-A459-FBDB9F28CE0A}">
      <dgm:prSet/>
      <dgm:spPr/>
      <dgm:t>
        <a:bodyPr/>
        <a:lstStyle/>
        <a:p>
          <a:r>
            <a:rPr lang="en-US"/>
            <a:t>Optimizing for speed and power efficiency</a:t>
          </a:r>
        </a:p>
      </dgm:t>
    </dgm:pt>
    <dgm:pt modelId="{D9F68D4F-11D0-4D6D-8D44-F8CB15C9208A}" type="parTrans" cxnId="{0D635F85-7851-413D-A5D3-7AD89389ECB0}">
      <dgm:prSet/>
      <dgm:spPr/>
      <dgm:t>
        <a:bodyPr/>
        <a:lstStyle/>
        <a:p>
          <a:endParaRPr lang="en-US"/>
        </a:p>
      </dgm:t>
    </dgm:pt>
    <dgm:pt modelId="{F05EE367-1523-4DE2-B0B3-202943C164FE}" type="sibTrans" cxnId="{0D635F85-7851-413D-A5D3-7AD89389ECB0}">
      <dgm:prSet/>
      <dgm:spPr/>
      <dgm:t>
        <a:bodyPr/>
        <a:lstStyle/>
        <a:p>
          <a:endParaRPr lang="en-US"/>
        </a:p>
      </dgm:t>
    </dgm:pt>
    <dgm:pt modelId="{DA1F476B-4D44-4E50-AB14-2B8CD87C1CBC}" type="pres">
      <dgm:prSet presAssocID="{D12183A7-16C1-4FA9-84A7-051D69ACD9B6}" presName="Name0" presStyleCnt="0">
        <dgm:presLayoutVars>
          <dgm:dir/>
          <dgm:animLvl val="lvl"/>
          <dgm:resizeHandles val="exact"/>
        </dgm:presLayoutVars>
      </dgm:prSet>
      <dgm:spPr/>
    </dgm:pt>
    <dgm:pt modelId="{EE7E55F2-94DD-4954-8E2E-CB981CC4A21F}" type="pres">
      <dgm:prSet presAssocID="{D9325B73-2AF7-41BC-9DE2-F991BB609D1A}" presName="linNode" presStyleCnt="0"/>
      <dgm:spPr/>
    </dgm:pt>
    <dgm:pt modelId="{72978478-0B09-46B8-B5F6-89FD2ABFCEFE}" type="pres">
      <dgm:prSet presAssocID="{D9325B73-2AF7-41BC-9DE2-F991BB609D1A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BAADD15F-F918-4E41-A0DE-C22A7392F539}" type="pres">
      <dgm:prSet presAssocID="{D9325B73-2AF7-41BC-9DE2-F991BB609D1A}" presName="descendantText" presStyleLbl="alignAccFollowNode1" presStyleIdx="0" presStyleCnt="3">
        <dgm:presLayoutVars>
          <dgm:bulletEnabled/>
        </dgm:presLayoutVars>
      </dgm:prSet>
      <dgm:spPr/>
    </dgm:pt>
    <dgm:pt modelId="{A7D3DF89-AEDC-4248-9DB5-DD4DE83A9799}" type="pres">
      <dgm:prSet presAssocID="{59381769-F721-480E-AC39-A8D542683AA3}" presName="sp" presStyleCnt="0"/>
      <dgm:spPr/>
    </dgm:pt>
    <dgm:pt modelId="{5C136F0D-34B0-4F7B-A01F-C3D4D4092217}" type="pres">
      <dgm:prSet presAssocID="{385B70BD-3515-4D7E-825C-5AD08E7F4E29}" presName="linNode" presStyleCnt="0"/>
      <dgm:spPr/>
    </dgm:pt>
    <dgm:pt modelId="{F4D1DF05-F7DE-44BA-8A6C-B75B9BA20BD4}" type="pres">
      <dgm:prSet presAssocID="{385B70BD-3515-4D7E-825C-5AD08E7F4E29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E996487E-3A58-49EC-80C1-7994942B7439}" type="pres">
      <dgm:prSet presAssocID="{385B70BD-3515-4D7E-825C-5AD08E7F4E29}" presName="descendantText" presStyleLbl="alignAccFollowNode1" presStyleIdx="1" presStyleCnt="3">
        <dgm:presLayoutVars>
          <dgm:bulletEnabled/>
        </dgm:presLayoutVars>
      </dgm:prSet>
      <dgm:spPr/>
    </dgm:pt>
    <dgm:pt modelId="{66C814F3-132E-4C0F-AC2B-621DA3743952}" type="pres">
      <dgm:prSet presAssocID="{62AE93E4-1E30-4703-8FBB-5A1D24541012}" presName="sp" presStyleCnt="0"/>
      <dgm:spPr/>
    </dgm:pt>
    <dgm:pt modelId="{73C9505D-AA23-425A-A45B-8D4E75620628}" type="pres">
      <dgm:prSet presAssocID="{09338E62-B6C5-4EF9-A412-7DCE839B9455}" presName="linNode" presStyleCnt="0"/>
      <dgm:spPr/>
    </dgm:pt>
    <dgm:pt modelId="{74485D3A-386B-41DA-83E2-4E01006D1142}" type="pres">
      <dgm:prSet presAssocID="{09338E62-B6C5-4EF9-A412-7DCE839B9455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E69CF868-5086-4289-A47C-2D8AD9AD5461}" type="pres">
      <dgm:prSet presAssocID="{09338E62-B6C5-4EF9-A412-7DCE839B9455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AFE67B10-44B8-4C89-A286-2332AF96E6D9}" srcId="{D12183A7-16C1-4FA9-84A7-051D69ACD9B6}" destId="{09338E62-B6C5-4EF9-A412-7DCE839B9455}" srcOrd="2" destOrd="0" parTransId="{4B999A55-F565-4C53-A359-01B3B407AECE}" sibTransId="{167E19D8-E5B2-4A45-A252-4C03620EA515}"/>
    <dgm:cxn modelId="{67B6D81C-2583-40CA-BF08-C1D3F1F7D338}" type="presOf" srcId="{F2157108-EB25-4E25-8281-BFD46A8844B4}" destId="{E996487E-3A58-49EC-80C1-7994942B7439}" srcOrd="0" destOrd="0" presId="urn:microsoft.com/office/officeart/2016/7/layout/VerticalSolidActionList"/>
    <dgm:cxn modelId="{E71E3E2F-CF2B-4283-9C4B-192572913EF4}" type="presOf" srcId="{385B70BD-3515-4D7E-825C-5AD08E7F4E29}" destId="{F4D1DF05-F7DE-44BA-8A6C-B75B9BA20BD4}" srcOrd="0" destOrd="0" presId="urn:microsoft.com/office/officeart/2016/7/layout/VerticalSolidActionList"/>
    <dgm:cxn modelId="{7F31DE49-11DF-4273-B425-AAFAE06C552C}" type="presOf" srcId="{D9325B73-2AF7-41BC-9DE2-F991BB609D1A}" destId="{72978478-0B09-46B8-B5F6-89FD2ABFCEFE}" srcOrd="0" destOrd="0" presId="urn:microsoft.com/office/officeart/2016/7/layout/VerticalSolidActionList"/>
    <dgm:cxn modelId="{7A608856-B457-4D30-A596-743AA86D9379}" type="presOf" srcId="{D12183A7-16C1-4FA9-84A7-051D69ACD9B6}" destId="{DA1F476B-4D44-4E50-AB14-2B8CD87C1CBC}" srcOrd="0" destOrd="0" presId="urn:microsoft.com/office/officeart/2016/7/layout/VerticalSolidActionList"/>
    <dgm:cxn modelId="{7D121078-4696-412D-A880-BB05CDD42E72}" srcId="{D12183A7-16C1-4FA9-84A7-051D69ACD9B6}" destId="{D9325B73-2AF7-41BC-9DE2-F991BB609D1A}" srcOrd="0" destOrd="0" parTransId="{CE3B5923-E8AB-489F-A0A7-4D1E4C887C38}" sibTransId="{59381769-F721-480E-AC39-A8D542683AA3}"/>
    <dgm:cxn modelId="{48599E81-5E22-4AF8-89F6-92F4145C011D}" srcId="{D9325B73-2AF7-41BC-9DE2-F991BB609D1A}" destId="{1C838C78-6B0D-4E89-A36B-541E9F06CCB7}" srcOrd="0" destOrd="0" parTransId="{AFA97D7A-75F9-4EBA-B2DA-6A650BC38D16}" sibTransId="{46F4A426-9C8E-46EF-9B47-9C090E75974E}"/>
    <dgm:cxn modelId="{0D635F85-7851-413D-A5D3-7AD89389ECB0}" srcId="{09338E62-B6C5-4EF9-A412-7DCE839B9455}" destId="{8FF8958F-1B69-4F6D-A459-FBDB9F28CE0A}" srcOrd="0" destOrd="0" parTransId="{D9F68D4F-11D0-4D6D-8D44-F8CB15C9208A}" sibTransId="{F05EE367-1523-4DE2-B0B3-202943C164FE}"/>
    <dgm:cxn modelId="{3F450D8C-034E-4ADC-82DE-D6672AC6C77D}" srcId="{385B70BD-3515-4D7E-825C-5AD08E7F4E29}" destId="{F2157108-EB25-4E25-8281-BFD46A8844B4}" srcOrd="0" destOrd="0" parTransId="{117B7054-5CD2-4B10-8648-1CACE8C8AD92}" sibTransId="{0450CD58-991B-4F11-8D79-EEFC62F17094}"/>
    <dgm:cxn modelId="{0E7531A1-53CA-432A-A018-1F5AB950657E}" type="presOf" srcId="{1C838C78-6B0D-4E89-A36B-541E9F06CCB7}" destId="{BAADD15F-F918-4E41-A0DE-C22A7392F539}" srcOrd="0" destOrd="0" presId="urn:microsoft.com/office/officeart/2016/7/layout/VerticalSolidActionList"/>
    <dgm:cxn modelId="{E3B06DAA-A470-4D09-BE65-41F4196FF601}" type="presOf" srcId="{09338E62-B6C5-4EF9-A412-7DCE839B9455}" destId="{74485D3A-386B-41DA-83E2-4E01006D1142}" srcOrd="0" destOrd="0" presId="urn:microsoft.com/office/officeart/2016/7/layout/VerticalSolidActionList"/>
    <dgm:cxn modelId="{6544D8BA-5DA4-4CB8-B273-F3A74E568977}" type="presOf" srcId="{8FF8958F-1B69-4F6D-A459-FBDB9F28CE0A}" destId="{E69CF868-5086-4289-A47C-2D8AD9AD5461}" srcOrd="0" destOrd="0" presId="urn:microsoft.com/office/officeart/2016/7/layout/VerticalSolidActionList"/>
    <dgm:cxn modelId="{18E4B7BF-643C-4EA4-9985-CCD56E0A2071}" srcId="{D12183A7-16C1-4FA9-84A7-051D69ACD9B6}" destId="{385B70BD-3515-4D7E-825C-5AD08E7F4E29}" srcOrd="1" destOrd="0" parTransId="{10ED4DD8-11CF-4CD9-99B6-700E5BA19C4F}" sibTransId="{62AE93E4-1E30-4703-8FBB-5A1D24541012}"/>
    <dgm:cxn modelId="{19A31941-3404-430B-A586-F3186C048734}" type="presParOf" srcId="{DA1F476B-4D44-4E50-AB14-2B8CD87C1CBC}" destId="{EE7E55F2-94DD-4954-8E2E-CB981CC4A21F}" srcOrd="0" destOrd="0" presId="urn:microsoft.com/office/officeart/2016/7/layout/VerticalSolidActionList"/>
    <dgm:cxn modelId="{826222FD-7685-4A36-8E3C-1A645FB6C450}" type="presParOf" srcId="{EE7E55F2-94DD-4954-8E2E-CB981CC4A21F}" destId="{72978478-0B09-46B8-B5F6-89FD2ABFCEFE}" srcOrd="0" destOrd="0" presId="urn:microsoft.com/office/officeart/2016/7/layout/VerticalSolidActionList"/>
    <dgm:cxn modelId="{92CF6074-BCB6-4D82-B58B-BAFD4F3D5617}" type="presParOf" srcId="{EE7E55F2-94DD-4954-8E2E-CB981CC4A21F}" destId="{BAADD15F-F918-4E41-A0DE-C22A7392F539}" srcOrd="1" destOrd="0" presId="urn:microsoft.com/office/officeart/2016/7/layout/VerticalSolidActionList"/>
    <dgm:cxn modelId="{0BFFB8C2-C8C2-4548-97D2-939A8E0E6A27}" type="presParOf" srcId="{DA1F476B-4D44-4E50-AB14-2B8CD87C1CBC}" destId="{A7D3DF89-AEDC-4248-9DB5-DD4DE83A9799}" srcOrd="1" destOrd="0" presId="urn:microsoft.com/office/officeart/2016/7/layout/VerticalSolidActionList"/>
    <dgm:cxn modelId="{18A88CD6-0752-4AC2-BA97-1D8C348F2683}" type="presParOf" srcId="{DA1F476B-4D44-4E50-AB14-2B8CD87C1CBC}" destId="{5C136F0D-34B0-4F7B-A01F-C3D4D4092217}" srcOrd="2" destOrd="0" presId="urn:microsoft.com/office/officeart/2016/7/layout/VerticalSolidActionList"/>
    <dgm:cxn modelId="{3FDB3E17-0BBF-478B-B68E-25D62B45C01F}" type="presParOf" srcId="{5C136F0D-34B0-4F7B-A01F-C3D4D4092217}" destId="{F4D1DF05-F7DE-44BA-8A6C-B75B9BA20BD4}" srcOrd="0" destOrd="0" presId="urn:microsoft.com/office/officeart/2016/7/layout/VerticalSolidActionList"/>
    <dgm:cxn modelId="{1416846D-5383-47BD-BCEF-9BE48C35600C}" type="presParOf" srcId="{5C136F0D-34B0-4F7B-A01F-C3D4D4092217}" destId="{E996487E-3A58-49EC-80C1-7994942B7439}" srcOrd="1" destOrd="0" presId="urn:microsoft.com/office/officeart/2016/7/layout/VerticalSolidActionList"/>
    <dgm:cxn modelId="{01B0A197-AAEA-4DDE-993C-45C5480DB881}" type="presParOf" srcId="{DA1F476B-4D44-4E50-AB14-2B8CD87C1CBC}" destId="{66C814F3-132E-4C0F-AC2B-621DA3743952}" srcOrd="3" destOrd="0" presId="urn:microsoft.com/office/officeart/2016/7/layout/VerticalSolidActionList"/>
    <dgm:cxn modelId="{BA19856A-56BC-4507-B844-F864E6E84477}" type="presParOf" srcId="{DA1F476B-4D44-4E50-AB14-2B8CD87C1CBC}" destId="{73C9505D-AA23-425A-A45B-8D4E75620628}" srcOrd="4" destOrd="0" presId="urn:microsoft.com/office/officeart/2016/7/layout/VerticalSolidActionList"/>
    <dgm:cxn modelId="{A30CBAF6-72F1-46B6-A07E-26667BB22838}" type="presParOf" srcId="{73C9505D-AA23-425A-A45B-8D4E75620628}" destId="{74485D3A-386B-41DA-83E2-4E01006D1142}" srcOrd="0" destOrd="0" presId="urn:microsoft.com/office/officeart/2016/7/layout/VerticalSolidActionList"/>
    <dgm:cxn modelId="{993CA767-A386-44EA-BF12-BAF2CBF15DD0}" type="presParOf" srcId="{73C9505D-AA23-425A-A45B-8D4E75620628}" destId="{E69CF868-5086-4289-A47C-2D8AD9AD5461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213C74-5AF7-4A35-A030-4529190C79A3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17D3C2-655C-42CB-9D3E-EEF7762DC3E1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Open-source &amp; widely adopted architecture</a:t>
          </a:r>
        </a:p>
      </dsp:txBody>
      <dsp:txXfrm>
        <a:off x="378614" y="886531"/>
        <a:ext cx="2810360" cy="1744948"/>
      </dsp:txXfrm>
    </dsp:sp>
    <dsp:sp modelId="{504B5B0F-99C0-428B-BA08-0A9B2977BC63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E0EAE7-4FB1-4B75-BEFC-16E959F09E0E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Used in embedded systems, IoT, and high-performance computing</a:t>
          </a:r>
        </a:p>
      </dsp:txBody>
      <dsp:txXfrm>
        <a:off x="3946203" y="886531"/>
        <a:ext cx="2810360" cy="1744948"/>
      </dsp:txXfrm>
    </dsp:sp>
    <dsp:sp modelId="{D9CE8ADD-ADA4-42EB-B902-D99A0B44975E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D2BBE-AB2C-4FFE-8D22-A6EA601D88D1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Helps in understanding low-level hardware interaction</a:t>
          </a:r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BF4FF3-A302-44B0-8A9E-848CB35891A3}">
      <dsp:nvSpPr>
        <dsp:cNvPr id="0" name=""/>
        <dsp:cNvSpPr/>
      </dsp:nvSpPr>
      <dsp:spPr>
        <a:xfrm>
          <a:off x="1243" y="1080997"/>
          <a:ext cx="2652260" cy="15913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Hands-on with </a:t>
          </a:r>
          <a:r>
            <a:rPr lang="en-US" sz="2300" b="1" kern="1200"/>
            <a:t>ESP32-C3</a:t>
          </a:r>
          <a:r>
            <a:rPr lang="en-US" sz="2300" kern="1200"/>
            <a:t> hardware</a:t>
          </a:r>
        </a:p>
      </dsp:txBody>
      <dsp:txXfrm>
        <a:off x="47852" y="1127606"/>
        <a:ext cx="2559042" cy="1498138"/>
      </dsp:txXfrm>
    </dsp:sp>
    <dsp:sp modelId="{C7B8F656-C18B-44AB-ABAA-23EB4D9B2E0A}">
      <dsp:nvSpPr>
        <dsp:cNvPr id="0" name=""/>
        <dsp:cNvSpPr/>
      </dsp:nvSpPr>
      <dsp:spPr>
        <a:xfrm>
          <a:off x="2886903" y="1547795"/>
          <a:ext cx="562279" cy="657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886903" y="1679347"/>
        <a:ext cx="393595" cy="394656"/>
      </dsp:txXfrm>
    </dsp:sp>
    <dsp:sp modelId="{AD051420-B42C-4995-B494-0F3BDF987AC3}">
      <dsp:nvSpPr>
        <dsp:cNvPr id="0" name=""/>
        <dsp:cNvSpPr/>
      </dsp:nvSpPr>
      <dsp:spPr>
        <a:xfrm>
          <a:off x="3714408" y="1080997"/>
          <a:ext cx="2652260" cy="15913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Using </a:t>
          </a:r>
          <a:r>
            <a:rPr lang="en-US" sz="2300" b="1" kern="1200"/>
            <a:t>QEMU</a:t>
          </a:r>
          <a:r>
            <a:rPr lang="en-US" sz="2300" kern="1200"/>
            <a:t> for RISC-V emulation</a:t>
          </a:r>
        </a:p>
      </dsp:txBody>
      <dsp:txXfrm>
        <a:off x="3761017" y="1127606"/>
        <a:ext cx="2559042" cy="1498138"/>
      </dsp:txXfrm>
    </dsp:sp>
    <dsp:sp modelId="{3EFC89DC-647B-4AAB-9149-6A2E8BA0DF20}">
      <dsp:nvSpPr>
        <dsp:cNvPr id="0" name=""/>
        <dsp:cNvSpPr/>
      </dsp:nvSpPr>
      <dsp:spPr>
        <a:xfrm rot="5400000">
          <a:off x="4759399" y="2858012"/>
          <a:ext cx="562279" cy="657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4843211" y="2905752"/>
        <a:ext cx="394656" cy="393595"/>
      </dsp:txXfrm>
    </dsp:sp>
    <dsp:sp modelId="{BF35B3EB-7731-41F5-89B2-9DA25E954475}">
      <dsp:nvSpPr>
        <dsp:cNvPr id="0" name=""/>
        <dsp:cNvSpPr/>
      </dsp:nvSpPr>
      <dsp:spPr>
        <a:xfrm>
          <a:off x="3714408" y="3733258"/>
          <a:ext cx="2652260" cy="159135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Writing, debugging, and optimizing assembly programs</a:t>
          </a:r>
        </a:p>
      </dsp:txBody>
      <dsp:txXfrm>
        <a:off x="3761017" y="3779867"/>
        <a:ext cx="2559042" cy="149813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DEC61-2775-42FB-8047-50272C61CAD8}">
      <dsp:nvSpPr>
        <dsp:cNvPr id="0" name=""/>
        <dsp:cNvSpPr/>
      </dsp:nvSpPr>
      <dsp:spPr>
        <a:xfrm>
          <a:off x="679050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2C707-2212-45D3-9EFA-67D02D1D4548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2760B-2E28-4DDC-BC29-98576E8F7C9E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000" b="1" kern="1200"/>
            <a:t>Hardware:</a:t>
          </a:r>
          <a:r>
            <a:rPr lang="en-IN" sz="2000" kern="1200"/>
            <a:t> ESP32-C3 development board</a:t>
          </a:r>
          <a:endParaRPr lang="en-US" sz="2000" kern="1200"/>
        </a:p>
      </dsp:txBody>
      <dsp:txXfrm>
        <a:off x="75768" y="3053169"/>
        <a:ext cx="3093750" cy="720000"/>
      </dsp:txXfrm>
    </dsp:sp>
    <dsp:sp modelId="{BBE0E85B-AB41-4C62-990E-F6C3E3661D91}">
      <dsp:nvSpPr>
        <dsp:cNvPr id="0" name=""/>
        <dsp:cNvSpPr/>
      </dsp:nvSpPr>
      <dsp:spPr>
        <a:xfrm>
          <a:off x="4314206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D1950-A8C7-4947-B855-1D9DBB341080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A8F05-31F8-4C4F-AF55-39A99E3FA0AF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000" b="1" kern="1200"/>
            <a:t>Software:</a:t>
          </a:r>
          <a:r>
            <a:rPr lang="en-IN" sz="2000" kern="1200"/>
            <a:t> ESP-IDF, GCC for RISC-V, QEMU Emulator</a:t>
          </a:r>
          <a:endParaRPr lang="en-US" sz="2000" kern="1200"/>
        </a:p>
      </dsp:txBody>
      <dsp:txXfrm>
        <a:off x="3710925" y="3053169"/>
        <a:ext cx="3093750" cy="720000"/>
      </dsp:txXfrm>
    </dsp:sp>
    <dsp:sp modelId="{5899BF1F-EA48-408C-9249-4866D1C15F8B}">
      <dsp:nvSpPr>
        <dsp:cNvPr id="0" name=""/>
        <dsp:cNvSpPr/>
      </dsp:nvSpPr>
      <dsp:spPr>
        <a:xfrm>
          <a:off x="7949362" y="578168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0DC50-7635-4D2E-8F30-C536ACD9D83D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4E501-E671-4901-B0E3-81697828B2FC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000" b="1" kern="1200"/>
            <a:t>Operating System:</a:t>
          </a:r>
          <a:r>
            <a:rPr lang="en-IN" sz="2000" kern="1200"/>
            <a:t> Linux, MacOS, or Windows</a:t>
          </a:r>
          <a:endParaRPr lang="en-US" sz="2000" kern="1200"/>
        </a:p>
      </dsp:txBody>
      <dsp:txXfrm>
        <a:off x="7346081" y="3053169"/>
        <a:ext cx="309375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25574D-E7F5-410B-99ED-00FBCA309DB9}">
      <dsp:nvSpPr>
        <dsp:cNvPr id="0" name=""/>
        <dsp:cNvSpPr/>
      </dsp:nvSpPr>
      <dsp:spPr>
        <a:xfrm>
          <a:off x="193066" y="0"/>
          <a:ext cx="8412480" cy="95257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Writing an Assembly Program</a:t>
          </a:r>
          <a:endParaRPr lang="en-US" sz="2800" kern="1200"/>
        </a:p>
      </dsp:txBody>
      <dsp:txXfrm>
        <a:off x="220966" y="27900"/>
        <a:ext cx="7304087" cy="896772"/>
      </dsp:txXfrm>
    </dsp:sp>
    <dsp:sp modelId="{4DCCC720-7914-477B-B13F-3C066AFF8E35}">
      <dsp:nvSpPr>
        <dsp:cNvPr id="0" name=""/>
        <dsp:cNvSpPr/>
      </dsp:nvSpPr>
      <dsp:spPr>
        <a:xfrm>
          <a:off x="704545" y="1125767"/>
          <a:ext cx="8412480" cy="952572"/>
        </a:xfrm>
        <a:prstGeom prst="roundRect">
          <a:avLst>
            <a:gd name="adj" fmla="val 1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Writing a simple </a:t>
          </a:r>
          <a:r>
            <a:rPr lang="en-US" sz="2800" b="1" kern="1200" dirty="0"/>
            <a:t>"Hello, RISC-V!"</a:t>
          </a:r>
          <a:r>
            <a:rPr lang="en-US" sz="2800" kern="1200" dirty="0"/>
            <a:t> program</a:t>
          </a:r>
        </a:p>
      </dsp:txBody>
      <dsp:txXfrm>
        <a:off x="732445" y="1153667"/>
        <a:ext cx="7032962" cy="896772"/>
      </dsp:txXfrm>
    </dsp:sp>
    <dsp:sp modelId="{4327F446-D791-4B8B-A0BE-E89BDD3A0BC6}">
      <dsp:nvSpPr>
        <dsp:cNvPr id="0" name=""/>
        <dsp:cNvSpPr/>
      </dsp:nvSpPr>
      <dsp:spPr>
        <a:xfrm>
          <a:off x="1398574" y="2251535"/>
          <a:ext cx="8412480" cy="952572"/>
        </a:xfrm>
        <a:prstGeom prst="roundRect">
          <a:avLst>
            <a:gd name="adj" fmla="val 1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Introduction to </a:t>
          </a:r>
          <a:r>
            <a:rPr lang="en-US" sz="2800" b="1" kern="1200"/>
            <a:t>assembly syntax</a:t>
          </a:r>
          <a:r>
            <a:rPr lang="en-US" sz="2800" kern="1200"/>
            <a:t> and </a:t>
          </a:r>
          <a:r>
            <a:rPr lang="en-US" sz="2800" b="1" kern="1200"/>
            <a:t>registers</a:t>
          </a:r>
          <a:endParaRPr lang="en-US" sz="2800" kern="1200"/>
        </a:p>
      </dsp:txBody>
      <dsp:txXfrm>
        <a:off x="1426474" y="2279435"/>
        <a:ext cx="7043478" cy="896772"/>
      </dsp:txXfrm>
    </dsp:sp>
    <dsp:sp modelId="{CF0303CF-DCE1-42BB-89E8-DB5931C3EA2B}">
      <dsp:nvSpPr>
        <dsp:cNvPr id="0" name=""/>
        <dsp:cNvSpPr/>
      </dsp:nvSpPr>
      <dsp:spPr>
        <a:xfrm>
          <a:off x="2103119" y="3377302"/>
          <a:ext cx="8412480" cy="952572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Running code on ESP32-C3 and QEMU</a:t>
          </a:r>
        </a:p>
      </dsp:txBody>
      <dsp:txXfrm>
        <a:off x="2131019" y="3405202"/>
        <a:ext cx="7032962" cy="896772"/>
      </dsp:txXfrm>
    </dsp:sp>
    <dsp:sp modelId="{21EAEB5C-2C92-414C-9444-652C2A92B9EF}">
      <dsp:nvSpPr>
        <dsp:cNvPr id="0" name=""/>
        <dsp:cNvSpPr/>
      </dsp:nvSpPr>
      <dsp:spPr>
        <a:xfrm>
          <a:off x="7793307" y="729583"/>
          <a:ext cx="619172" cy="61917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2621" y="729583"/>
        <a:ext cx="340544" cy="465927"/>
      </dsp:txXfrm>
    </dsp:sp>
    <dsp:sp modelId="{B1F9119F-5A4E-4CE8-9C9E-E2B3B7442352}">
      <dsp:nvSpPr>
        <dsp:cNvPr id="0" name=""/>
        <dsp:cNvSpPr/>
      </dsp:nvSpPr>
      <dsp:spPr>
        <a:xfrm>
          <a:off x="8497853" y="1855351"/>
          <a:ext cx="619172" cy="61917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7167" y="1855351"/>
        <a:ext cx="340544" cy="465927"/>
      </dsp:txXfrm>
    </dsp:sp>
    <dsp:sp modelId="{BBCBC9B4-D3F5-4A57-AE70-A2F0C3C583BF}">
      <dsp:nvSpPr>
        <dsp:cNvPr id="0" name=""/>
        <dsp:cNvSpPr/>
      </dsp:nvSpPr>
      <dsp:spPr>
        <a:xfrm>
          <a:off x="9191882" y="2981118"/>
          <a:ext cx="619172" cy="61917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31196" y="2981118"/>
        <a:ext cx="340544" cy="4659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3CBC0-D713-4D42-9E00-8A1C4267B9EF}">
      <dsp:nvSpPr>
        <dsp:cNvPr id="0" name=""/>
        <dsp:cNvSpPr/>
      </dsp:nvSpPr>
      <dsp:spPr>
        <a:xfrm>
          <a:off x="0" y="519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4A7B37-82B0-4B0B-A40A-1B183849B9C5}">
      <dsp:nvSpPr>
        <dsp:cNvPr id="0" name=""/>
        <dsp:cNvSpPr/>
      </dsp:nvSpPr>
      <dsp:spPr>
        <a:xfrm>
          <a:off x="367401" y="273792"/>
          <a:ext cx="668002" cy="6680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5AE116-0A4B-4B0E-AABB-424C7DF7A897}">
      <dsp:nvSpPr>
        <dsp:cNvPr id="0" name=""/>
        <dsp:cNvSpPr/>
      </dsp:nvSpPr>
      <dsp:spPr>
        <a:xfrm>
          <a:off x="1402804" y="519"/>
          <a:ext cx="911279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Arithmetic &amp; Logical Instructions</a:t>
          </a:r>
        </a:p>
      </dsp:txBody>
      <dsp:txXfrm>
        <a:off x="1402804" y="519"/>
        <a:ext cx="9112795" cy="1214549"/>
      </dsp:txXfrm>
    </dsp:sp>
    <dsp:sp modelId="{61D13EE8-CF51-472A-8183-92F1BB324A78}">
      <dsp:nvSpPr>
        <dsp:cNvPr id="0" name=""/>
        <dsp:cNvSpPr/>
      </dsp:nvSpPr>
      <dsp:spPr>
        <a:xfrm>
          <a:off x="0" y="1518705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CF91B-0842-46FF-A23B-87B16249D251}">
      <dsp:nvSpPr>
        <dsp:cNvPr id="0" name=""/>
        <dsp:cNvSpPr/>
      </dsp:nvSpPr>
      <dsp:spPr>
        <a:xfrm>
          <a:off x="367401" y="1791978"/>
          <a:ext cx="668002" cy="6680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21D2A2-D6E7-45CB-A45A-9979E8094BF9}">
      <dsp:nvSpPr>
        <dsp:cNvPr id="0" name=""/>
        <dsp:cNvSpPr/>
      </dsp:nvSpPr>
      <dsp:spPr>
        <a:xfrm>
          <a:off x="1402804" y="1518705"/>
          <a:ext cx="911279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Load/Store and Branching</a:t>
          </a:r>
        </a:p>
      </dsp:txBody>
      <dsp:txXfrm>
        <a:off x="1402804" y="1518705"/>
        <a:ext cx="9112795" cy="1214549"/>
      </dsp:txXfrm>
    </dsp:sp>
    <dsp:sp modelId="{9A42244A-FD3D-4328-B685-F965FC63421D}">
      <dsp:nvSpPr>
        <dsp:cNvPr id="0" name=""/>
        <dsp:cNvSpPr/>
      </dsp:nvSpPr>
      <dsp:spPr>
        <a:xfrm>
          <a:off x="0" y="3036891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152E9-2DDB-4685-BC0A-B65326869A84}">
      <dsp:nvSpPr>
        <dsp:cNvPr id="0" name=""/>
        <dsp:cNvSpPr/>
      </dsp:nvSpPr>
      <dsp:spPr>
        <a:xfrm>
          <a:off x="367401" y="3310165"/>
          <a:ext cx="668002" cy="6680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5B896-9847-4B13-AF77-BC3FB120C8EE}">
      <dsp:nvSpPr>
        <dsp:cNvPr id="0" name=""/>
        <dsp:cNvSpPr/>
      </dsp:nvSpPr>
      <dsp:spPr>
        <a:xfrm>
          <a:off x="1402804" y="3036891"/>
          <a:ext cx="911279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Call and Return Mechanisms</a:t>
          </a:r>
        </a:p>
      </dsp:txBody>
      <dsp:txXfrm>
        <a:off x="1402804" y="3036891"/>
        <a:ext cx="9112795" cy="12145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ADD15F-F918-4E41-A0DE-C22A7392F539}">
      <dsp:nvSpPr>
        <dsp:cNvPr id="0" name=""/>
        <dsp:cNvSpPr/>
      </dsp:nvSpPr>
      <dsp:spPr>
        <a:xfrm>
          <a:off x="2103120" y="1234"/>
          <a:ext cx="8412480" cy="126487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21278" rIns="163225" bIns="32127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Understanding floating-point registers</a:t>
          </a:r>
        </a:p>
      </dsp:txBody>
      <dsp:txXfrm>
        <a:off x="2103120" y="1234"/>
        <a:ext cx="8412480" cy="1264874"/>
      </dsp:txXfrm>
    </dsp:sp>
    <dsp:sp modelId="{72978478-0B09-46B8-B5F6-89FD2ABFCEFE}">
      <dsp:nvSpPr>
        <dsp:cNvPr id="0" name=""/>
        <dsp:cNvSpPr/>
      </dsp:nvSpPr>
      <dsp:spPr>
        <a:xfrm>
          <a:off x="0" y="1234"/>
          <a:ext cx="2103120" cy="126487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24941" rIns="111290" bIns="12494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Understanding</a:t>
          </a:r>
        </a:p>
      </dsp:txBody>
      <dsp:txXfrm>
        <a:off x="0" y="1234"/>
        <a:ext cx="2103120" cy="1264874"/>
      </dsp:txXfrm>
    </dsp:sp>
    <dsp:sp modelId="{E996487E-3A58-49EC-80C1-7994942B7439}">
      <dsp:nvSpPr>
        <dsp:cNvPr id="0" name=""/>
        <dsp:cNvSpPr/>
      </dsp:nvSpPr>
      <dsp:spPr>
        <a:xfrm>
          <a:off x="2103120" y="1342000"/>
          <a:ext cx="8412480" cy="1264874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21278" rIns="163225" bIns="32127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Implementing mathematical operations in assembly</a:t>
          </a:r>
        </a:p>
      </dsp:txBody>
      <dsp:txXfrm>
        <a:off x="2103120" y="1342000"/>
        <a:ext cx="8412480" cy="1264874"/>
      </dsp:txXfrm>
    </dsp:sp>
    <dsp:sp modelId="{F4D1DF05-F7DE-44BA-8A6C-B75B9BA20BD4}">
      <dsp:nvSpPr>
        <dsp:cNvPr id="0" name=""/>
        <dsp:cNvSpPr/>
      </dsp:nvSpPr>
      <dsp:spPr>
        <a:xfrm>
          <a:off x="0" y="1342000"/>
          <a:ext cx="2103120" cy="1264874"/>
        </a:xfrm>
        <a:prstGeom prst="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24941" rIns="111290" bIns="12494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Implementing</a:t>
          </a:r>
        </a:p>
      </dsp:txBody>
      <dsp:txXfrm>
        <a:off x="0" y="1342000"/>
        <a:ext cx="2103120" cy="1264874"/>
      </dsp:txXfrm>
    </dsp:sp>
    <dsp:sp modelId="{E69CF868-5086-4289-A47C-2D8AD9AD5461}">
      <dsp:nvSpPr>
        <dsp:cNvPr id="0" name=""/>
        <dsp:cNvSpPr/>
      </dsp:nvSpPr>
      <dsp:spPr>
        <a:xfrm>
          <a:off x="2103120" y="2682767"/>
          <a:ext cx="8412480" cy="1264874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321278" rIns="163225" bIns="32127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Optimizing for speed and power efficiency</a:t>
          </a:r>
        </a:p>
      </dsp:txBody>
      <dsp:txXfrm>
        <a:off x="2103120" y="2682767"/>
        <a:ext cx="8412480" cy="1264874"/>
      </dsp:txXfrm>
    </dsp:sp>
    <dsp:sp modelId="{74485D3A-386B-41DA-83E2-4E01006D1142}">
      <dsp:nvSpPr>
        <dsp:cNvPr id="0" name=""/>
        <dsp:cNvSpPr/>
      </dsp:nvSpPr>
      <dsp:spPr>
        <a:xfrm>
          <a:off x="0" y="2682767"/>
          <a:ext cx="2103120" cy="1264874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24941" rIns="111290" bIns="12494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Optimizing</a:t>
          </a:r>
        </a:p>
      </dsp:txBody>
      <dsp:txXfrm>
        <a:off x="0" y="2682767"/>
        <a:ext cx="2103120" cy="1264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EC4EF-0EED-412A-911D-AFAEF71E4247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06A02-13E4-40CB-9DD3-5DF368E972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96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l.fedoraproject.org/pub/alt/risc-v/archive/disk-images/fedora/rawhide/20190703.n.0/Developer/Fedora-Developer-Rawhide-20190703.n.0-fw_payload-uboot-qemu-virt-smode.el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QEMU ON AND OFF –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on $ cd ~/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 ./boot.sh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off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sbin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/shutdown -h now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r>
              <a:rPr lang="en-IN" dirty="0"/>
              <a:t>Disk image link 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disk image: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wget https://dl.fedoraproject.org/pub/alt/risc-v/archive/disk-images/fedora/rawhide/20190703.n.0/Developer/Fedora-Developer-Rawhide-20190703.n.0-sda.raw.xz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 Firmware (BIOS)</a:t>
            </a:r>
          </a:p>
          <a:p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wget 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https://dl.fedoraproject.org/pub/alt/risc-v/archive/disk-images/fedora/rawhide/20190703.n.0/Developer/Fedora-Developer-Rawhide-20190703.n.0-fw_payload-uboot-qemu-virt-smode.elf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06A02-13E4-40CB-9DD3-5DF368E9721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941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7A268-F61F-B2DF-F1AE-18D861A96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A7737-9F90-ACFF-FE75-E53E0C954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63AB2-72FF-E77F-A1AE-3BF68D7AB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FBBB9-2151-0063-A21E-71654919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D6FA-421E-7592-A6E6-54F1B022D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10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9B58-4DC7-D02D-A3AE-B6C3F478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087F5-0921-83AE-2DE7-F2B3D8907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A5BD-14D3-028D-DF3E-9822E7C5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64B03-B667-B9C0-92BD-16B90C57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DD9BF-CA98-EF4F-69F1-460A0BAF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29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D7DF-B293-DE2E-5326-56ACEEBBE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4688-1CC7-EEFC-F2E7-43EF2E542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0F4A7-C481-073C-B033-E903B01D9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01F0C-8A48-E215-4CF4-045B70F4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DAEC7-1246-83DA-9D13-124C0818F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57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330B-5BF7-CAD4-42B8-37584585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22F82-38C5-A863-6B38-12C1919D6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3281F-8488-9E22-BBFE-4CCB9275A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63A12-047F-B064-B736-6D229CEE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31D87-C218-B681-33EC-802BCB8E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59FA2-D75F-FE84-68F1-0F48BF2D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808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08ED3-A2E3-A20A-1F12-0D6C0AC6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2B397-C338-AE00-EE3A-ADC9A3293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2D377-E522-525F-D773-EA526E3DA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6C240-8BB9-7BD5-A677-452BC25B8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DF728-2E12-517F-8AB5-AC4548C4E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0D234-90D2-E2A1-6058-6E5294B1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3ACC66-0C2A-30D0-DE47-AA5A35BA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F1171-1D7A-D3C8-E9F0-B0231316B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06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0683-4990-9ED4-15F9-873B9AD3A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644E48-A82D-E074-BA63-3C496D694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EAF2-5F03-CDE4-CE80-41656D71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3E4AB-0766-02AD-54D1-4FEB7A3F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735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E0BFA1-6A5F-8901-9FF2-E24376EA9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778B5-9390-E263-B0D2-11D117B6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172DB-4238-B56E-8CBF-533D5E6CC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513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7AE6D-6487-72A8-A264-3D5CC3F13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3414B-BF58-F60F-4E52-9EB698DA8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7BED-E530-DE9E-BD52-530985ACC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3C2B3-2950-B338-E35B-924CE2301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5A215-A88A-CF12-4384-64B458C5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4ACE1-6F0F-8E18-580B-680D2F3B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06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699B2-A49D-656D-137F-FB018AC97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82A27-337A-21FE-9B3D-093259AD7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8573D-89FC-575C-EA9C-E27F47B22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B1693E-B8EF-EF15-837A-550E063F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CFEBE-CB8F-96A5-3C39-34146A7F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E83A3-7370-3CC8-0B4B-9438D156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45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CC59-6A25-E275-680C-294A4849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67B17-586B-3CDC-7CDE-CB41AFC4E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B37F7-21C7-8DD3-980F-D6158210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5F7A9-7369-CBBE-3394-BC70B0987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D2F60-5C69-90CC-282C-ADE51931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570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E77ED0-0C35-4745-9198-EDD4C8FAED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00010F-A1CF-BB35-9A28-6C5A6C04D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9FC1F-0266-B2F1-DA1A-3C67EFF57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8B0AC-3740-023D-FE62-1F659C15A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0F4F9-BDE2-262C-81C5-A3085C93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1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3C6CD-A11C-878B-E9DE-1227B9C27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4A5DA-43A7-90E3-5D3C-F04B07761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EDB66-F870-41F3-864D-2303D2D4F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CC5477-2740-4771-87E4-D132FDB34445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BD3B4-7F8B-E3C7-786A-C3D62CB54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84D23-2760-3494-AF1D-6C4338897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B1B26-BCED-4CC3-86CE-0E6A665DE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36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DDF854-56E8-0D7B-F025-BE4FCF07D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041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Assembly Language Programming Using ESP32-C3 and QEMU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558D1D5-3925-BE7A-FFAE-7CD72141E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9349"/>
            <a:ext cx="9144000" cy="1174888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 Yi-Chih Tung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C7E84F6F-4358-FA05-EAB1-D447D4CC8C7F}"/>
              </a:ext>
            </a:extLst>
          </p:cNvPr>
          <p:cNvSpPr/>
          <p:nvPr/>
        </p:nvSpPr>
        <p:spPr>
          <a:xfrm>
            <a:off x="3767343" y="893763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34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6B3F86-2843-DAB8-C486-86B15896AE3F}"/>
              </a:ext>
            </a:extLst>
          </p:cNvPr>
          <p:cNvSpPr txBox="1"/>
          <p:nvPr/>
        </p:nvSpPr>
        <p:spPr>
          <a:xfrm>
            <a:off x="824893" y="639191"/>
            <a:ext cx="674884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latin typeface="Times New Roman"/>
                <a:ea typeface="Calibri"/>
                <a:cs typeface="Times New Roman"/>
              </a:rPr>
              <a:t>Chapters List</a:t>
            </a:r>
            <a:endParaRPr lang="en-US" sz="40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A596F0-C53E-0ABF-BD38-F0D0DB2DA6EB}"/>
              </a:ext>
            </a:extLst>
          </p:cNvPr>
          <p:cNvSpPr txBox="1"/>
          <p:nvPr/>
        </p:nvSpPr>
        <p:spPr>
          <a:xfrm>
            <a:off x="989007" y="1715310"/>
            <a:ext cx="548543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01. Introduction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02. ESP32-C3 Installation ESP-IDF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03. Installing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and Setup of QEMU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04. Architecture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05. Write and run a simple assembly program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06. RISC-V operations used for loading and storing.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07. Calling Convention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08. Flow Control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09. Basic Opcodes</a:t>
            </a:r>
          </a:p>
          <a:p>
            <a:r>
              <a:rPr lang="en-US">
                <a:latin typeface="Times New Roman"/>
                <a:ea typeface="Calibri"/>
                <a:cs typeface="Times New Roman"/>
              </a:rPr>
              <a:t>10. Multiply / Divide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93C236-5FBC-1135-70A0-C07490322308}"/>
              </a:ext>
            </a:extLst>
          </p:cNvPr>
          <p:cNvCxnSpPr/>
          <p:nvPr/>
        </p:nvCxnSpPr>
        <p:spPr>
          <a:xfrm flipV="1">
            <a:off x="602660" y="1390791"/>
            <a:ext cx="9333778" cy="3086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872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A computer chip with wires and wires&#10;&#10;AI-generated content may be incorrect.">
            <a:extLst>
              <a:ext uri="{FF2B5EF4-FFF2-40B4-BE49-F238E27FC236}">
                <a16:creationId xmlns:a16="http://schemas.microsoft.com/office/drawing/2014/main" id="{143BC5C2-7B3A-83BE-7C17-51180376D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655" y="1076874"/>
            <a:ext cx="3936690" cy="544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714888-305E-64CE-5289-69756A6C0F1F}"/>
              </a:ext>
            </a:extLst>
          </p:cNvPr>
          <p:cNvSpPr txBox="1"/>
          <p:nvPr/>
        </p:nvSpPr>
        <p:spPr>
          <a:xfrm>
            <a:off x="788042" y="335764"/>
            <a:ext cx="48248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Text-Book Referred </a:t>
            </a:r>
            <a:r>
              <a:rPr lang="en-US" sz="3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69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3203463" y="-2060461"/>
            <a:ext cx="5649003" cy="10651671"/>
          </a:xfrm>
          <a:custGeom>
            <a:avLst/>
            <a:gdLst>
              <a:gd name="csX0" fmla="*/ 0 w 5649003"/>
              <a:gd name="csY0" fmla="*/ 5325836 h 10651671"/>
              <a:gd name="csX1" fmla="*/ 2824502 w 5649003"/>
              <a:gd name="csY1" fmla="*/ 0 h 10651671"/>
              <a:gd name="csX2" fmla="*/ 5649004 w 5649003"/>
              <a:gd name="csY2" fmla="*/ 5325836 h 10651671"/>
              <a:gd name="csX3" fmla="*/ 2824502 w 5649003"/>
              <a:gd name="csY3" fmla="*/ 10651672 h 10651671"/>
              <a:gd name="csX4" fmla="*/ 0 w 5649003"/>
              <a:gd name="csY4" fmla="*/ 5325836 h 106516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649003" h="10651671" fill="none" extrusionOk="0">
                <a:moveTo>
                  <a:pt x="0" y="5325836"/>
                </a:moveTo>
                <a:cubicBezTo>
                  <a:pt x="186946" y="2320485"/>
                  <a:pt x="1438121" y="-52385"/>
                  <a:pt x="2824502" y="0"/>
                </a:cubicBezTo>
                <a:cubicBezTo>
                  <a:pt x="4703838" y="-43168"/>
                  <a:pt x="5583840" y="2369660"/>
                  <a:pt x="5649004" y="5325836"/>
                </a:cubicBezTo>
                <a:cubicBezTo>
                  <a:pt x="5518761" y="8289338"/>
                  <a:pt x="4285196" y="10894014"/>
                  <a:pt x="2824502" y="10651672"/>
                </a:cubicBezTo>
                <a:cubicBezTo>
                  <a:pt x="1536945" y="11016699"/>
                  <a:pt x="142947" y="8418643"/>
                  <a:pt x="0" y="5325836"/>
                </a:cubicBezTo>
                <a:close/>
              </a:path>
              <a:path w="5649003" h="10651671" stroke="0" extrusionOk="0">
                <a:moveTo>
                  <a:pt x="0" y="5325836"/>
                </a:moveTo>
                <a:cubicBezTo>
                  <a:pt x="-54350" y="2332108"/>
                  <a:pt x="1351726" y="167869"/>
                  <a:pt x="2824502" y="0"/>
                </a:cubicBezTo>
                <a:cubicBezTo>
                  <a:pt x="4182679" y="-143942"/>
                  <a:pt x="5672665" y="2549517"/>
                  <a:pt x="5649004" y="5325836"/>
                </a:cubicBezTo>
                <a:cubicBezTo>
                  <a:pt x="5518596" y="8280244"/>
                  <a:pt x="4081190" y="10622204"/>
                  <a:pt x="2824502" y="10651672"/>
                </a:cubicBezTo>
                <a:cubicBezTo>
                  <a:pt x="1216708" y="10537144"/>
                  <a:pt x="-100850" y="8264979"/>
                  <a:pt x="0" y="5325836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D9240-8A96-16C6-D435-273974F3181B}"/>
              </a:ext>
            </a:extLst>
          </p:cNvPr>
          <p:cNvSpPr txBox="1"/>
          <p:nvPr/>
        </p:nvSpPr>
        <p:spPr>
          <a:xfrm>
            <a:off x="3161320" y="3624157"/>
            <a:ext cx="5733288" cy="932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What is RISC-V?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endParaRPr lang="en-US" sz="2400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17349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5159B-8216-DA66-34D7-59564E4ECAF2}"/>
              </a:ext>
            </a:extLst>
          </p:cNvPr>
          <p:cNvSpPr txBox="1"/>
          <p:nvPr/>
        </p:nvSpPr>
        <p:spPr>
          <a:xfrm>
            <a:off x="2582499" y="1847849"/>
            <a:ext cx="71801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RISC-V Assembly Language Programming using ESP32-C3 and QEMU</a:t>
            </a:r>
          </a:p>
        </p:txBody>
      </p:sp>
    </p:spTree>
    <p:extLst>
      <p:ext uri="{BB962C8B-B14F-4D97-AF65-F5344CB8AC3E}">
        <p14:creationId xmlns:p14="http://schemas.microsoft.com/office/powerpoint/2010/main" val="818321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5E30C-022F-D98E-4F96-5D1083B21DC4}"/>
              </a:ext>
            </a:extLst>
          </p:cNvPr>
          <p:cNvSpPr txBox="1"/>
          <p:nvPr/>
        </p:nvSpPr>
        <p:spPr>
          <a:xfrm>
            <a:off x="1043631" y="809898"/>
            <a:ext cx="10173010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Why Learn RISC-V Assembly?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B8D5B574-A8C8-3678-5DB2-4F09A91637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3276187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9693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B952CB0-41E9-C931-E824-35C55E8DB29F}"/>
              </a:ext>
            </a:extLst>
          </p:cNvPr>
          <p:cNvSpPr txBox="1"/>
          <p:nvPr/>
        </p:nvSpPr>
        <p:spPr>
          <a:xfrm>
            <a:off x="786385" y="841248"/>
            <a:ext cx="3515244" cy="5340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Learning Approach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245EDA74-964D-DB17-C0D0-DE5F00AE6C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8177497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8621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26A14-7EA8-4775-F31F-5B78B10D1653}"/>
              </a:ext>
            </a:extLst>
          </p:cNvPr>
          <p:cNvSpPr txBox="1"/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Setting Up the Development Environment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FA3D0931-7EE5-D09C-7A78-7413BDDFA6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14212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0748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F04C9CF2-13D8-C79D-2817-7149950C9B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3180374"/>
              </p:ext>
            </p:extLst>
          </p:nvPr>
        </p:nvGraphicFramePr>
        <p:xfrm>
          <a:off x="1000760" y="831089"/>
          <a:ext cx="10515600" cy="4329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080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165D1-D90C-98E2-F0A1-AE528D1EFEB9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RISC-V Architecture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AFFB8-739F-6B01-24F2-8F464F1ACD55}"/>
              </a:ext>
            </a:extLst>
          </p:cNvPr>
          <p:cNvSpPr txBox="1"/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Registers, Instruction Set, and Endianness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Stack and Memory Organization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x86 and ARM</a:t>
            </a:r>
          </a:p>
        </p:txBody>
      </p:sp>
    </p:spTree>
    <p:extLst>
      <p:ext uri="{BB962C8B-B14F-4D97-AF65-F5344CB8AC3E}">
        <p14:creationId xmlns:p14="http://schemas.microsoft.com/office/powerpoint/2010/main" val="1978703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2F0BA-152F-907D-2641-1C42EB54EA41}"/>
              </a:ext>
            </a:extLst>
          </p:cNvPr>
          <p:cNvSpPr txBox="1"/>
          <p:nvPr/>
        </p:nvSpPr>
        <p:spPr>
          <a:xfrm>
            <a:off x="809017" y="1000717"/>
            <a:ext cx="6096000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Set &amp; Opcodes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extBox 2">
            <a:extLst>
              <a:ext uri="{FF2B5EF4-FFF2-40B4-BE49-F238E27FC236}">
                <a16:creationId xmlns:a16="http://schemas.microsoft.com/office/drawing/2014/main" id="{10D950F7-793A-F082-A010-80ADFC215C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444433"/>
              </p:ext>
            </p:extLst>
          </p:nvPr>
        </p:nvGraphicFramePr>
        <p:xfrm>
          <a:off x="809017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3040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4C527-8394-8044-D7AA-214E972BC99D}"/>
              </a:ext>
            </a:extLst>
          </p:cNvPr>
          <p:cNvSpPr txBox="1"/>
          <p:nvPr/>
        </p:nvSpPr>
        <p:spPr>
          <a:xfrm>
            <a:off x="6094105" y="802955"/>
            <a:ext cx="5549904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Debugging &amp; Optimization Techniques</a:t>
            </a:r>
          </a:p>
        </p:txBody>
      </p:sp>
      <p:pic>
        <p:nvPicPr>
          <p:cNvPr id="42" name="Graphic 41" descr="Tools">
            <a:extLst>
              <a:ext uri="{FF2B5EF4-FFF2-40B4-BE49-F238E27FC236}">
                <a16:creationId xmlns:a16="http://schemas.microsoft.com/office/drawing/2014/main" id="{0B476BB6-9EB8-02FA-4B14-52B1E56560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EBA2EAB-38E0-074B-4BF7-D67430F0B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103" y="1774578"/>
            <a:ext cx="4977578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GDB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debugging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 compiled assembly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objdump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Writing efficient assembly code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0316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C4E75875-BD37-2DB9-49D2-6925C463E9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32" r="44336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804B5-CF3E-E362-E558-A93F93A46328}"/>
              </a:ext>
            </a:extLst>
          </p:cNvPr>
          <p:cNvSpPr txBox="1"/>
          <p:nvPr/>
        </p:nvSpPr>
        <p:spPr>
          <a:xfrm>
            <a:off x="5297762" y="2706624"/>
            <a:ext cx="6251110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Controlling LEDs and buttons using assembly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communication with UART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Timers and interrupts in RISC-V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5EE59-5F1D-E394-606E-EB6BA28A1575}"/>
              </a:ext>
            </a:extLst>
          </p:cNvPr>
          <p:cNvSpPr txBox="1"/>
          <p:nvPr/>
        </p:nvSpPr>
        <p:spPr>
          <a:xfrm>
            <a:off x="5297762" y="1248035"/>
            <a:ext cx="6094378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Interfacing with Peripherals (GPIO, UART, Timers)</a:t>
            </a:r>
          </a:p>
        </p:txBody>
      </p:sp>
    </p:spTree>
    <p:extLst>
      <p:ext uri="{BB962C8B-B14F-4D97-AF65-F5344CB8AC3E}">
        <p14:creationId xmlns:p14="http://schemas.microsoft.com/office/powerpoint/2010/main" val="251797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D75FB-89C0-BC11-DB71-7B7F565179FB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Advanced Topics – Floating Point &amp; Multiplication/Division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4776B532-D53D-2ADF-A7EF-1EA4EF364B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653092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3339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72CA06-79CE-D061-183C-4D8AF869844D}"/>
              </a:ext>
            </a:extLst>
          </p:cNvPr>
          <p:cNvSpPr txBox="1"/>
          <p:nvPr/>
        </p:nvSpPr>
        <p:spPr>
          <a:xfrm>
            <a:off x="6094105" y="802955"/>
            <a:ext cx="4977976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Summary &amp; Key Takeaways</a:t>
            </a:r>
          </a:p>
        </p:txBody>
      </p:sp>
      <p:pic>
        <p:nvPicPr>
          <p:cNvPr id="10" name="Graphic 9" descr="Robot">
            <a:extLst>
              <a:ext uri="{FF2B5EF4-FFF2-40B4-BE49-F238E27FC236}">
                <a16:creationId xmlns:a16="http://schemas.microsoft.com/office/drawing/2014/main" id="{ACC7099A-6AA8-6B4A-0EE2-F9CBE0A9C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F48407-88F7-1625-CBE4-70F16406F168}"/>
              </a:ext>
            </a:extLst>
          </p:cNvPr>
          <p:cNvSpPr txBox="1"/>
          <p:nvPr/>
        </p:nvSpPr>
        <p:spPr>
          <a:xfrm>
            <a:off x="6090574" y="2421682"/>
            <a:ext cx="4977578" cy="3639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hardware-software interaction</a:t>
            </a:r>
            <a:endPara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</a:t>
            </a:r>
            <a:r>
              <a:rPr lang="en-US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 low-level applications</a:t>
            </a:r>
            <a:endPara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skills for </a:t>
            </a:r>
            <a:r>
              <a:rPr lang="en-US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and IoT</a:t>
            </a:r>
            <a:endParaRPr lang="en-US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5019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Yellow question mark">
            <a:extLst>
              <a:ext uri="{FF2B5EF4-FFF2-40B4-BE49-F238E27FC236}">
                <a16:creationId xmlns:a16="http://schemas.microsoft.com/office/drawing/2014/main" id="{91F22F4A-5E47-19D9-01B2-0E40AA484E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101" r="1215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F2458-9842-B1D4-D76C-628ACF1E3AB1}"/>
              </a:ext>
            </a:extLst>
          </p:cNvPr>
          <p:cNvSpPr txBox="1"/>
          <p:nvPr/>
        </p:nvSpPr>
        <p:spPr>
          <a:xfrm>
            <a:off x="5297762" y="2706624"/>
            <a:ext cx="6251110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411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428</Words>
  <Application>Microsoft Office PowerPoint</Application>
  <PresentationFormat>Widescreen</PresentationFormat>
  <Paragraphs>72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Times New Roman</vt:lpstr>
      <vt:lpstr>Office Theme</vt:lpstr>
      <vt:lpstr>RISC-V Assembly Language Programming Using ESP32-C3 and QEMU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UMESH REDDY R</dc:creator>
  <cp:lastModifiedBy>雷迪</cp:lastModifiedBy>
  <cp:revision>6</cp:revision>
  <dcterms:created xsi:type="dcterms:W3CDTF">2025-02-17T05:12:15Z</dcterms:created>
  <dcterms:modified xsi:type="dcterms:W3CDTF">2026-04-22T10:10:57Z</dcterms:modified>
</cp:coreProperties>
</file>