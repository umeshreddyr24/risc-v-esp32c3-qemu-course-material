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8" r:id="rId4"/>
    <p:sldId id="259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61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57" d="100"/>
          <a:sy n="57" d="100"/>
        </p:scale>
        <p:origin x="49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C23EE-472D-219C-4860-8F610DFCA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EF226-F47C-4ED8-A297-90486CE94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9C410-6F7A-13CE-B358-A35F9F04F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0B91D-E5AB-1228-71AE-902D08A3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F979B-2B68-DACA-386B-4B876F637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66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70F45-9B05-BFAF-46FD-46FEB359B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16928-AB0B-417C-8333-5C60266D5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53915-9D22-0A39-98CF-9B6ABDC7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108B4-24CA-BD96-B04B-C86B5C25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A898E-273E-1D5F-6E17-B4314C208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69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7B01-F01F-F7F1-CB8F-89EEE829E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87487-1E43-5658-3527-475A9EF8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B88EF-3CEB-23B7-5718-6068C4CBD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A07C7-DBCB-2450-FB98-363108F0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F2494-80E7-2DD0-CBB5-C957DA3C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857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FB57-0ACC-8497-8C65-27E4796C4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DA2D2-6320-16F0-F3AD-D621AAADC5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E8F8BA-28C5-70A0-9973-5A81F69DC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2BAA2-B2EF-6E39-81E8-571BA7665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D8A134-C775-2581-E2F0-2B42F1D2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7806B1-DF54-6217-389A-A974BD5BA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160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BA459-B921-C34A-528C-B07084231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355739-40BC-CE3C-B9F4-D989BB3E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C85535-63A3-4C6E-3A58-85ADD5601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F0AD02-BDF2-09B1-529F-971BC7FFF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BBE4F7-A4D8-3FD2-CDBF-9DC3CFF4C1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943A3-D213-C360-B7FF-CE30526A0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05B9AB-8677-8D6D-DEE2-8C09D8D7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041D4B-BB7C-11C7-8172-061D9326F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563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86E0-1D2E-03CA-9684-FD48259DF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D64EFD-AF05-FFAB-B419-0597FAEE75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6C2D8-5E57-BDA1-2C48-7FA1A974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5B6D6E-E49E-AA74-93B5-3C82EB4F0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85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690588-051C-9FC8-4ECE-83E8F7D19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8077A4-48DF-3B01-66A2-033A7A15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0FFB3-4B63-6B4D-528F-934A9D1DE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47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07CA-072A-2179-D6EB-D504A3C9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1581-0B4E-5C83-C83B-0EC999E90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34A69D-B029-7F40-0E84-2692646F94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9D90A-2E9D-D3E1-C712-1BAF1C9A2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1E79B-41A4-19AE-71B9-CC95799B2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7E4F3A-2F21-2E30-1EB4-AB7B46F84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812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A70F0-599C-A441-21C9-016112791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7E71D-94B0-D945-DCB9-193710FAE5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5458A-612A-1766-F974-9CA7D752C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28796-61C4-DA37-480B-38F6F6C0D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D0AB9E-FAFA-3BAA-20D6-F6210C1F6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2FC28-4959-5CF9-2487-5C5E11822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61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C3F-D269-6763-B288-D96798AE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12A94F-4AC7-2FD7-BED0-41E5A18C7A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D016E-6E45-6C0C-3DCD-B3F41336F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77F16-39C9-87C5-3B96-7DDD9B8FD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26A6-7871-7B1B-2B02-4CCAE9F7B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39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3C75C5-7C03-2836-E3A5-7075CC180E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335E87-7E78-E718-A82A-DE4AD72A3D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5A80-0B9C-8DAB-4E16-9FAAB796F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93E99E-CDAD-8679-7B2A-67CF1B928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A8E01-30D3-1678-53F9-16B8EDB54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81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DA1DD9-6071-EE7F-5ED0-672ACBE29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0A30E-598F-51E4-81F7-119BA2C94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D10670-B2B5-8AD9-7B11-E0FCB0B28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DC470-1C1C-4F53-BC37-83C33FF2C620}" type="datetimeFigureOut">
              <a:rPr lang="en-IN" smtClean="0"/>
              <a:t>16-03-2025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ED5C3-50E4-4BCF-58B6-86523CD8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F543B-96F1-537C-EC72-8C7DFA547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842BF-0765-4969-B811-3E4AFDAA5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591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cs.espressif.com/projects/esp-idf/en/latest/esp32c3/get-started/index.html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0">
            <a:extLst>
              <a:ext uri="{FF2B5EF4-FFF2-40B4-BE49-F238E27FC236}">
                <a16:creationId xmlns:a16="http://schemas.microsoft.com/office/drawing/2014/main" id="{1B5A7872-F95E-F038-06C0-A85A054F18C0}"/>
              </a:ext>
            </a:extLst>
          </p:cNvPr>
          <p:cNvSpPr txBox="1"/>
          <p:nvPr/>
        </p:nvSpPr>
        <p:spPr>
          <a:xfrm>
            <a:off x="1142453" y="1166142"/>
            <a:ext cx="6190164" cy="6793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604"/>
              </a:lnSpc>
            </a:pP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Yi-</a:t>
            </a:r>
            <a:r>
              <a:rPr lang="en-US" sz="4002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Tung</a:t>
            </a: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01EC6457-BB53-2B54-7954-08944C7001B2}"/>
              </a:ext>
            </a:extLst>
          </p:cNvPr>
          <p:cNvSpPr txBox="1"/>
          <p:nvPr/>
        </p:nvSpPr>
        <p:spPr>
          <a:xfrm>
            <a:off x="1142453" y="1845515"/>
            <a:ext cx="4073981" cy="10631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021"/>
              </a:lnSpc>
            </a:pPr>
            <a:r>
              <a:rPr lang="en-US" sz="644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2</a:t>
            </a:r>
          </a:p>
        </p:txBody>
      </p:sp>
      <p:sp>
        <p:nvSpPr>
          <p:cNvPr id="16" name="Freeform 8">
            <a:extLst>
              <a:ext uri="{FF2B5EF4-FFF2-40B4-BE49-F238E27FC236}">
                <a16:creationId xmlns:a16="http://schemas.microsoft.com/office/drawing/2014/main" id="{7E0C57C8-B66C-ECB9-EE48-F1759EFD0384}"/>
              </a:ext>
            </a:extLst>
          </p:cNvPr>
          <p:cNvSpPr/>
          <p:nvPr/>
        </p:nvSpPr>
        <p:spPr>
          <a:xfrm>
            <a:off x="6448319" y="24171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88B894-5E4B-E219-210E-5E7C0EE03CA6}"/>
              </a:ext>
            </a:extLst>
          </p:cNvPr>
          <p:cNvSpPr txBox="1"/>
          <p:nvPr/>
        </p:nvSpPr>
        <p:spPr>
          <a:xfrm>
            <a:off x="1142453" y="3059667"/>
            <a:ext cx="347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 Installation ESP-IDF</a:t>
            </a:r>
          </a:p>
        </p:txBody>
      </p:sp>
    </p:spTree>
    <p:extLst>
      <p:ext uri="{BB962C8B-B14F-4D97-AF65-F5344CB8AC3E}">
        <p14:creationId xmlns:p14="http://schemas.microsoft.com/office/powerpoint/2010/main" val="2268286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C68A99-2643-951C-EA77-06879C8747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873" y="1101591"/>
            <a:ext cx="4277322" cy="24387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2940FB-1191-304C-1EA4-57DAB7C56BD8}"/>
              </a:ext>
            </a:extLst>
          </p:cNvPr>
          <p:cNvSpPr txBox="1"/>
          <p:nvPr/>
        </p:nvSpPr>
        <p:spPr>
          <a:xfrm>
            <a:off x="276869" y="982133"/>
            <a:ext cx="63838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Class we will learn the necessary steps to use ESP32 – C3 Device.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lets focus on ESP-IDF Software installations – Manual Installation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also supports IDE installations for Eclipse and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more visit their online documentation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0C171-BF2E-FC88-DF43-F74D37A25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605" y="3809832"/>
            <a:ext cx="5363323" cy="2753109"/>
          </a:xfrm>
          <a:prstGeom prst="rect">
            <a:avLst/>
          </a:prstGeom>
        </p:spPr>
      </p:pic>
      <p:sp>
        <p:nvSpPr>
          <p:cNvPr id="8" name="Freeform 8">
            <a:extLst>
              <a:ext uri="{FF2B5EF4-FFF2-40B4-BE49-F238E27FC236}">
                <a16:creationId xmlns:a16="http://schemas.microsoft.com/office/drawing/2014/main" id="{A45CB07E-16CE-E568-3CBA-8C80280B3447}"/>
              </a:ext>
            </a:extLst>
          </p:cNvPr>
          <p:cNvSpPr/>
          <p:nvPr/>
        </p:nvSpPr>
        <p:spPr>
          <a:xfrm>
            <a:off x="7377873" y="141012"/>
            <a:ext cx="4277323" cy="590372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AEF0F-93EB-313B-516A-E16517150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ESP-32-C3 Device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92910A-CCC8-BC3A-B448-287F130C0A97}"/>
              </a:ext>
            </a:extLst>
          </p:cNvPr>
          <p:cNvSpPr txBox="1"/>
          <p:nvPr/>
        </p:nvSpPr>
        <p:spPr>
          <a:xfrm>
            <a:off x="423333" y="1690688"/>
            <a:ext cx="54525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part says ESP32 but not C3, it is not the RISC-V version of the CPU.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"Get Started" web page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https://docs.espressif.com/projects/esp-idf/en/latest/esp32c3/get-started/index.html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E30C6F32-C73C-7735-9074-3313AB409342}"/>
              </a:ext>
            </a:extLst>
          </p:cNvPr>
          <p:cNvSpPr/>
          <p:nvPr/>
        </p:nvSpPr>
        <p:spPr>
          <a:xfrm>
            <a:off x="7244185" y="25030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FB73E-D53D-1B7A-5B79-9AC74ABFE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1583" y="1805505"/>
            <a:ext cx="5767084" cy="44124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7087C4-AED1-F85D-315D-342E383232DE}"/>
              </a:ext>
            </a:extLst>
          </p:cNvPr>
          <p:cNvSpPr txBox="1"/>
          <p:nvPr/>
        </p:nvSpPr>
        <p:spPr>
          <a:xfrm>
            <a:off x="685799" y="4184551"/>
            <a:ext cx="42248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Prerequisites.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ESP-IDF.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the tools.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environment variables. </a:t>
            </a: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Steps for ESP-IDF.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16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5E269-F3CC-DF06-5012-91FDA4094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Installation (Ubuntu)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58763-09C3-6586-3B2F-6E0FE7AB5F05}"/>
              </a:ext>
            </a:extLst>
          </p:cNvPr>
          <p:cNvSpPr txBox="1"/>
          <p:nvPr/>
        </p:nvSpPr>
        <p:spPr>
          <a:xfrm>
            <a:off x="838200" y="1690688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 Prerequisites using below codes in terminal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install git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wget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flex bison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gperf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python3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python3-pip python3-setuptools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cmake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ninja-build 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ccache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libffi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sudo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libssl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-dev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dfu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-util libusb-1.0-0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B50FE5-37C7-374E-4EDB-B69F34225DB9}"/>
              </a:ext>
            </a:extLst>
          </p:cNvPr>
          <p:cNvSpPr txBox="1"/>
          <p:nvPr/>
        </p:nvSpPr>
        <p:spPr>
          <a:xfrm>
            <a:off x="931333" y="426033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ESP-IDF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 subdirectory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mkdir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-p ~/espc3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into the directory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~/espc3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8AE8B5D0-4F80-3005-FE77-081775927860}"/>
              </a:ext>
            </a:extLst>
          </p:cNvPr>
          <p:cNvSpPr/>
          <p:nvPr/>
        </p:nvSpPr>
        <p:spPr>
          <a:xfrm>
            <a:off x="7726786" y="191041"/>
            <a:ext cx="4253548" cy="683017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306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259C05-B47A-FEAC-5581-CB5907B1C223}"/>
              </a:ext>
            </a:extLst>
          </p:cNvPr>
          <p:cNvSpPr txBox="1"/>
          <p:nvPr/>
        </p:nvSpPr>
        <p:spPr>
          <a:xfrm>
            <a:off x="838199" y="221734"/>
            <a:ext cx="9939867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the files from GitHub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git clone --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recursive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https://github.com/espressif/esp-idf.git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the git operation completes, you will have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downloaded into the subdirectory ~/espc3/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esp-idf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the Tools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install some tools used by the ESP-IDF framework, like the compiler and Python packages.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~/espc3/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esp-idf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./install.sh esp32c3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done! You can now run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 ./export.sh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F6700937-996E-8C02-B3EA-AEB9C7E95C4D}"/>
              </a:ext>
            </a:extLst>
          </p:cNvPr>
          <p:cNvSpPr/>
          <p:nvPr/>
        </p:nvSpPr>
        <p:spPr>
          <a:xfrm>
            <a:off x="7938453" y="156798"/>
            <a:ext cx="4109616" cy="703814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701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B73115-4427-703C-98DE-AFC90533281D}"/>
              </a:ext>
            </a:extLst>
          </p:cNvPr>
          <p:cNvSpPr txBox="1"/>
          <p:nvPr/>
        </p:nvSpPr>
        <p:spPr>
          <a:xfrm>
            <a:off x="965199" y="428178"/>
            <a:ext cx="873760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Environment Variables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run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to build your projects some environment changes must be applied each time you log in. In a fresh terminal session, you would need to do the following. </a:t>
            </a: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sure that you type a space between the dot and the rest of the pathname: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 ~/espc3/esp-idf/export.sh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Steps for ESP-IDF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 to the example subdirectory using: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~/espc3/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esp-idf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/examples/get-started/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4903821C-C60F-C186-12E7-7E422AAEBA7C}"/>
              </a:ext>
            </a:extLst>
          </p:cNvPr>
          <p:cNvSpPr/>
          <p:nvPr/>
        </p:nvSpPr>
        <p:spPr>
          <a:xfrm>
            <a:off x="7508292" y="92267"/>
            <a:ext cx="4389015" cy="671821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08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9CD3F54-DCD9-66F7-52F9-F174641977F7}"/>
              </a:ext>
            </a:extLst>
          </p:cNvPr>
          <p:cNvSpPr txBox="1"/>
          <p:nvPr/>
        </p:nvSpPr>
        <p:spPr>
          <a:xfrm>
            <a:off x="1422399" y="704335"/>
            <a:ext cx="752686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the Target Device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build for the ESP32-C3 device, we need to tell the build framework about it: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set-target esp32c3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Example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step adjusts the environment so that it knows that it is compiling for our RISC-V device (ESP32-C3).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the build process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build</a:t>
            </a: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A6BF7045-B3A7-27EC-143D-72FA2DE4A137}"/>
              </a:ext>
            </a:extLst>
          </p:cNvPr>
          <p:cNvSpPr/>
          <p:nvPr/>
        </p:nvSpPr>
        <p:spPr>
          <a:xfrm>
            <a:off x="7472786" y="250308"/>
            <a:ext cx="4422882" cy="64037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868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60618-10A7-9888-000C-98D15EACA83B}"/>
              </a:ext>
            </a:extLst>
          </p:cNvPr>
          <p:cNvSpPr txBox="1"/>
          <p:nvPr/>
        </p:nvSpPr>
        <p:spPr>
          <a:xfrm>
            <a:off x="1058332" y="602735"/>
            <a:ext cx="83396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the Device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we can flash your RISC-V (ESP32-C3), we need to find out what port it appears on when you plug its cable into a USB port.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flash the example program to your device, use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flash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8F9FCA-91A3-FABD-8A7C-A0DBB1DECB29}"/>
              </a:ext>
            </a:extLst>
          </p:cNvPr>
          <p:cNvSpPr txBox="1"/>
          <p:nvPr/>
        </p:nvSpPr>
        <p:spPr>
          <a:xfrm>
            <a:off x="1058332" y="4177944"/>
            <a:ext cx="8559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 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run, we monitor it as follows: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monitor</a:t>
            </a:r>
          </a:p>
        </p:txBody>
      </p:sp>
      <p:sp>
        <p:nvSpPr>
          <p:cNvPr id="2" name="Freeform 8">
            <a:extLst>
              <a:ext uri="{FF2B5EF4-FFF2-40B4-BE49-F238E27FC236}">
                <a16:creationId xmlns:a16="http://schemas.microsoft.com/office/drawing/2014/main" id="{20C239C2-FA89-5D6F-BE4E-3A6EB84D3F21}"/>
              </a:ext>
            </a:extLst>
          </p:cNvPr>
          <p:cNvSpPr/>
          <p:nvPr/>
        </p:nvSpPr>
        <p:spPr>
          <a:xfrm>
            <a:off x="7244185" y="25030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035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B8323B-A512-795A-05F8-E832FFF3835B}"/>
              </a:ext>
            </a:extLst>
          </p:cNvPr>
          <p:cNvSpPr txBox="1"/>
          <p:nvPr/>
        </p:nvSpPr>
        <p:spPr>
          <a:xfrm>
            <a:off x="9847526" y="2110561"/>
            <a:ext cx="1513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Install </a:t>
            </a:r>
            <a:r>
              <a:rPr lang="en-US" dirty="0" err="1"/>
              <a:t>VSCode</a:t>
            </a:r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B68073-3DA0-ADB9-D180-5F596548D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6671" y="1713289"/>
            <a:ext cx="314946" cy="31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C8D543-3099-1E12-900C-8AA02BD7C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71" y="858645"/>
            <a:ext cx="3617024" cy="25522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7AFF0E-B7D7-6525-8BC3-495FC0C204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0050" y="926047"/>
            <a:ext cx="3201525" cy="2352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C2348D-2F44-3101-F345-545C58548E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1"/>
          <a:stretch/>
        </p:blipFill>
        <p:spPr>
          <a:xfrm>
            <a:off x="1089649" y="3823151"/>
            <a:ext cx="3476446" cy="20019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570BD87-D41C-F369-8FAD-1C32063AA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4" t="5637" b="3649"/>
          <a:stretch/>
        </p:blipFill>
        <p:spPr>
          <a:xfrm>
            <a:off x="6450051" y="3454939"/>
            <a:ext cx="3201524" cy="320624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F590EF-41E1-F8F0-2330-8017471AEA67}"/>
              </a:ext>
            </a:extLst>
          </p:cNvPr>
          <p:cNvSpPr txBox="1"/>
          <p:nvPr/>
        </p:nvSpPr>
        <p:spPr>
          <a:xfrm>
            <a:off x="787399" y="288290"/>
            <a:ext cx="778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Installation – Installing ESP-IDF through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VSCode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36255E-BF9F-182D-1ED3-D36BF8FDC7DB}"/>
              </a:ext>
            </a:extLst>
          </p:cNvPr>
          <p:cNvSpPr txBox="1"/>
          <p:nvPr/>
        </p:nvSpPr>
        <p:spPr>
          <a:xfrm>
            <a:off x="1089649" y="3410935"/>
            <a:ext cx="3335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"Get Started" web page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A81169-C2EA-E8D9-E815-B0BD5168D8C5}"/>
              </a:ext>
            </a:extLst>
          </p:cNvPr>
          <p:cNvSpPr txBox="1"/>
          <p:nvPr/>
        </p:nvSpPr>
        <p:spPr>
          <a:xfrm>
            <a:off x="1358026" y="5873767"/>
            <a:ext cx="2799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esp-idf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BF9F0E-C0C6-2DE3-6222-A4C027E23A33}"/>
              </a:ext>
            </a:extLst>
          </p:cNvPr>
          <p:cNvSpPr txBox="1"/>
          <p:nvPr/>
        </p:nvSpPr>
        <p:spPr>
          <a:xfrm>
            <a:off x="9813579" y="4747439"/>
            <a:ext cx="196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Installing Esp-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/>
          </a:p>
        </p:txBody>
      </p:sp>
      <p:pic>
        <p:nvPicPr>
          <p:cNvPr id="1026" name="Picture 2" descr="Getting Started With ESP-IDF | How To ...">
            <a:extLst>
              <a:ext uri="{FF2B5EF4-FFF2-40B4-BE49-F238E27FC236}">
                <a16:creationId xmlns:a16="http://schemas.microsoft.com/office/drawing/2014/main" id="{D5F5CF2E-7DBC-616B-A59F-740E03DB0A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2113" y="4057935"/>
            <a:ext cx="1379008" cy="689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Freeform 8">
            <a:extLst>
              <a:ext uri="{FF2B5EF4-FFF2-40B4-BE49-F238E27FC236}">
                <a16:creationId xmlns:a16="http://schemas.microsoft.com/office/drawing/2014/main" id="{67233AB2-20A9-4566-FB86-60854C3EF490}"/>
              </a:ext>
            </a:extLst>
          </p:cNvPr>
          <p:cNvSpPr/>
          <p:nvPr/>
        </p:nvSpPr>
        <p:spPr>
          <a:xfrm>
            <a:off x="8449510" y="179600"/>
            <a:ext cx="3540969" cy="570354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0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0D4CAF-F4B7-D223-209F-3A812F209F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0" t="6123"/>
          <a:stretch/>
        </p:blipFill>
        <p:spPr>
          <a:xfrm>
            <a:off x="670361" y="423334"/>
            <a:ext cx="4233333" cy="46734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0C419D-D00E-F681-1290-3C0E63FFB6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 t="6963" r="34144" b="1068"/>
          <a:stretch/>
        </p:blipFill>
        <p:spPr>
          <a:xfrm>
            <a:off x="5671173" y="423334"/>
            <a:ext cx="5850466" cy="46585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BFA227-83EA-A7C7-EFB4-28B5E56059DF}"/>
              </a:ext>
            </a:extLst>
          </p:cNvPr>
          <p:cNvSpPr txBox="1"/>
          <p:nvPr/>
        </p:nvSpPr>
        <p:spPr>
          <a:xfrm>
            <a:off x="1079501" y="5232400"/>
            <a:ext cx="3158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to Example Folder and select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 and lets get started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63EF9A-117D-9184-1200-ED30EE4104EA}"/>
              </a:ext>
            </a:extLst>
          </p:cNvPr>
          <p:cNvSpPr txBox="1"/>
          <p:nvPr/>
        </p:nvSpPr>
        <p:spPr>
          <a:xfrm>
            <a:off x="6532532" y="5232400"/>
            <a:ext cx="498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Build process set ESP32C3 as Target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4B0C8452-7741-AB5B-B918-744CA54A68A2}"/>
              </a:ext>
            </a:extLst>
          </p:cNvPr>
          <p:cNvSpPr/>
          <p:nvPr/>
        </p:nvSpPr>
        <p:spPr>
          <a:xfrm>
            <a:off x="7828385" y="6029276"/>
            <a:ext cx="4058815" cy="612746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73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7B251A-17DE-3B85-6716-BC211C5EE5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8" t="8671" r="38389" b="496"/>
          <a:stretch/>
        </p:blipFill>
        <p:spPr>
          <a:xfrm>
            <a:off x="465666" y="423821"/>
            <a:ext cx="5133874" cy="44365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06821E-4F10-2EBA-3941-BEEE67AF5B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t="5419" r="35154"/>
          <a:stretch/>
        </p:blipFill>
        <p:spPr>
          <a:xfrm>
            <a:off x="6129867" y="304799"/>
            <a:ext cx="5596467" cy="46745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E40DDE-8D14-F264-6DCE-610647A07235}"/>
              </a:ext>
            </a:extLst>
          </p:cNvPr>
          <p:cNvSpPr txBox="1"/>
          <p:nvPr/>
        </p:nvSpPr>
        <p:spPr>
          <a:xfrm>
            <a:off x="1453570" y="5093900"/>
            <a:ext cx="31580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Build the project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D20AF-E947-C185-44D3-A8EFE4F553FE}"/>
              </a:ext>
            </a:extLst>
          </p:cNvPr>
          <p:cNvSpPr txBox="1"/>
          <p:nvPr/>
        </p:nvSpPr>
        <p:spPr>
          <a:xfrm>
            <a:off x="7349067" y="5232400"/>
            <a:ext cx="3158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Flash the project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1E3F2850-4D32-31FD-D2B1-45799EC32E6F}"/>
              </a:ext>
            </a:extLst>
          </p:cNvPr>
          <p:cNvSpPr/>
          <p:nvPr/>
        </p:nvSpPr>
        <p:spPr>
          <a:xfrm>
            <a:off x="7786053" y="6075375"/>
            <a:ext cx="4143482" cy="562492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701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C56A3B-1278-639F-BDD7-424FA2A2F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413" y="220132"/>
            <a:ext cx="9145173" cy="52082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87C0C8-4CE5-07A1-0DC0-2456A6A3E98B}"/>
              </a:ext>
            </a:extLst>
          </p:cNvPr>
          <p:cNvSpPr txBox="1"/>
          <p:nvPr/>
        </p:nvSpPr>
        <p:spPr>
          <a:xfrm>
            <a:off x="1523413" y="5628568"/>
            <a:ext cx="513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successful Build and Flash now let's monitor the output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hello_world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503AD0B8-6674-580F-2B63-5F8B98FA9D47}"/>
              </a:ext>
            </a:extLst>
          </p:cNvPr>
          <p:cNvSpPr/>
          <p:nvPr/>
        </p:nvSpPr>
        <p:spPr>
          <a:xfrm>
            <a:off x="8260185" y="5961363"/>
            <a:ext cx="3728615" cy="646330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905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5DFD3-0A9C-A5DF-7C7D-6716C5407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755776" cy="122162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BA4CCF-ECF2-3711-2479-CBFCD14DBE45}"/>
              </a:ext>
            </a:extLst>
          </p:cNvPr>
          <p:cNvSpPr txBox="1"/>
          <p:nvPr/>
        </p:nvSpPr>
        <p:spPr>
          <a:xfrm>
            <a:off x="838200" y="1820333"/>
            <a:ext cx="922866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Congratulations, you have successfully compiled, flashed and ran your first RISC-V program!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may have been a tedious chapter for getting your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Espressif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ready. The good news is that the difficult part is over and that your ESP32-C3 is now at your beckon call.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reeform 8">
            <a:extLst>
              <a:ext uri="{FF2B5EF4-FFF2-40B4-BE49-F238E27FC236}">
                <a16:creationId xmlns:a16="http://schemas.microsoft.com/office/drawing/2014/main" id="{916A47FF-85DD-FD0E-320D-423A4D98601F}"/>
              </a:ext>
            </a:extLst>
          </p:cNvPr>
          <p:cNvSpPr/>
          <p:nvPr/>
        </p:nvSpPr>
        <p:spPr>
          <a:xfrm>
            <a:off x="7244185" y="250308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2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45BC-2640-8629-AA8C-9A8ACE60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Freeform 8">
            <a:extLst>
              <a:ext uri="{FF2B5EF4-FFF2-40B4-BE49-F238E27FC236}">
                <a16:creationId xmlns:a16="http://schemas.microsoft.com/office/drawing/2014/main" id="{6395486E-189D-DAA0-1629-E64AD2F520AE}"/>
              </a:ext>
            </a:extLst>
          </p:cNvPr>
          <p:cNvSpPr/>
          <p:nvPr/>
        </p:nvSpPr>
        <p:spPr>
          <a:xfrm>
            <a:off x="3767343" y="1858975"/>
            <a:ext cx="4657313" cy="777598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748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632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ESP-32-C3 Device</vt:lpstr>
      <vt:lpstr>Manual Installation (Ubuntu)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UMESH REDDY R</dc:creator>
  <cp:lastModifiedBy>UMESH REDDY R</cp:lastModifiedBy>
  <cp:revision>6</cp:revision>
  <dcterms:created xsi:type="dcterms:W3CDTF">2025-02-17T05:49:32Z</dcterms:created>
  <dcterms:modified xsi:type="dcterms:W3CDTF">2025-03-16T09:51:35Z</dcterms:modified>
</cp:coreProperties>
</file>