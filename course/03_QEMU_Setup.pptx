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DBFC-72AB-BF5F-58CF-C1BE15DDE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8C082-DC18-F692-D617-5C1052BC4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D4489-770D-F223-24A2-F36EFB7A0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8AF07-84F3-9C0A-E115-3CAB3C6A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24170-650B-9880-0111-CFED3EB5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76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D768-129B-69C5-CF39-B4E7C35F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F7ED-2B1D-0037-E108-DBF8825AB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387E3-84F4-78F8-C62E-33C6F63A9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7F9BD-E998-D02D-5B13-B6FF2588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7AA1C-86D1-8B93-6FC8-9C34E32B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12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31D5-A9DC-C262-DC4A-99334536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E83FE-B9DF-4578-19BE-0402276BC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9ACE5-5102-4808-1B82-A3203E22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11C25-5454-E135-D0EA-4FAA0FA43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E26EB-36D2-F1D6-4680-EE275AB3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57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B20B-D8F5-9C99-EA29-DE500184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92BA7-85D9-64F4-382E-FF7665C8C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6A2E3-7814-6E31-5A4D-5AAB92691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A0654-35A7-CB7D-0D64-EC4A7D35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00B2A-AEED-FBD1-5F95-D5B78B5F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9BC0B-5B46-507D-2DF7-DBB3CEEF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69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F4B3-B779-2029-0DA1-EBB5392A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164EA-9380-C19F-A75C-2FD1F9559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20835-5CE3-C330-635D-8C502C17A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EFF88-93FF-B4B4-CB83-90AF551B8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FB03-B7B4-B84C-DAA2-AA38A5E99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530AF-8609-643A-7C06-2C988C3E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759183-C247-AE08-7F4F-D185F9C70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1E372-EBA1-F08B-A734-1E0FE7A3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66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9649-4C3C-D49C-983D-62427A91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9D681-1204-78E0-A6F9-584BA4EB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76AD7-CDE5-C6D4-E906-7C2D5412B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493B2-C163-D2A2-0B04-10613A030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56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FECB4-6EC9-3045-0DE0-F61466A1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75FA9-D51F-FD1B-2CA8-A48000AC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B3E5B-3613-7272-207D-0408CE2B9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255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0DF3-C022-EB5E-9071-AACE3C11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01FA4-40DE-9D37-A44B-59D107264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01FFB-B2A4-C5CE-BC6E-3283789D9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E56F8-08CD-C1D8-96C9-DAFAD6A4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D5518-8549-75C7-2EB2-17E7CA5E4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05200-D258-10B0-2DEB-95A6EEAE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92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D7EBD-2A50-14DE-AA88-97D53A21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54C626-5842-D02F-5AC0-470C55068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F5650-A20D-4C33-F29E-0A1492642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2C8AA-0A57-551C-09ED-C3CA26A7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2C414-2F52-90BD-C205-6CF8C75F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80AAF-56E6-9098-0C17-10C5CFDE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3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90184-0D2E-5C52-0C8B-CD715C6F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DC261-96E5-93BB-DF25-B9C305546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FE90C-39E8-B76B-CB74-6A812B01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CB97B-E3D9-C7B4-4A33-643A5169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F95FD-92E6-76DA-FFD1-56CBEE70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198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E78B55-4EE2-7CD0-EE7A-441AA6A9B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723A6-0C01-E84A-6C02-E4A7D90CB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AA52D-27D2-0AA2-41C3-0E88DB6B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8F1C5-7690-15D7-EEE5-5328A8CB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26729-F55E-884A-B4EA-04711517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10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1EF7F-FF57-A4E9-AFCF-9B3C2A4E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18C71-E51E-50FC-E27C-837E049F4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9C90E-B83E-3F5E-76BC-8A360A228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3A1D1-9D57-4D45-B654-7C75139AEF6C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8ECE6-4975-8435-880F-5D4D48BFE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F594A-407B-4408-AB38-90B7FDEF5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4388A-594D-4115-BD8B-99C51A681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424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ve3wwg/risc-v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qemu.org/download/#macos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l.fedoraproject.org/pub/alt/risc-v/archive/disk-images/fedora/rawhide/20190703.n.0/Developer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qemu.org/download/#window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>
            <a:extLst>
              <a:ext uri="{FF2B5EF4-FFF2-40B4-BE49-F238E27FC236}">
                <a16:creationId xmlns:a16="http://schemas.microsoft.com/office/drawing/2014/main" id="{9C523B78-B74B-89F1-E00F-BC9ABD1E0E49}"/>
              </a:ext>
            </a:extLst>
          </p:cNvPr>
          <p:cNvSpPr txBox="1"/>
          <p:nvPr/>
        </p:nvSpPr>
        <p:spPr>
          <a:xfrm>
            <a:off x="1142453" y="1166141"/>
            <a:ext cx="6486014" cy="658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604"/>
              </a:lnSpc>
            </a:pPr>
            <a:r>
              <a:rPr lang="en-US" sz="400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 Yi-</a:t>
            </a:r>
            <a:r>
              <a:rPr lang="en-US" sz="4002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Chih</a:t>
            </a:r>
            <a:r>
              <a:rPr lang="en-US" sz="400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Tung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A7C99D14-D6C8-AB67-57BE-2BD21D2DC3A5}"/>
              </a:ext>
            </a:extLst>
          </p:cNvPr>
          <p:cNvSpPr txBox="1"/>
          <p:nvPr/>
        </p:nvSpPr>
        <p:spPr>
          <a:xfrm>
            <a:off x="1142454" y="1845516"/>
            <a:ext cx="3844414" cy="1059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9021"/>
              </a:lnSpc>
            </a:pPr>
            <a:r>
              <a:rPr lang="en-US" sz="644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3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1381717F-5AE5-F367-5149-F23E59DF868C}"/>
              </a:ext>
            </a:extLst>
          </p:cNvPr>
          <p:cNvSpPr/>
          <p:nvPr/>
        </p:nvSpPr>
        <p:spPr>
          <a:xfrm>
            <a:off x="6448319" y="241718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322A8-3BCE-1552-84C0-7C995E1177B9}"/>
              </a:ext>
            </a:extLst>
          </p:cNvPr>
          <p:cNvSpPr txBox="1"/>
          <p:nvPr/>
        </p:nvSpPr>
        <p:spPr>
          <a:xfrm>
            <a:off x="1142453" y="3059668"/>
            <a:ext cx="39629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nstallation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Setup of QEMU</a:t>
            </a:r>
          </a:p>
        </p:txBody>
      </p:sp>
    </p:spTree>
    <p:extLst>
      <p:ext uri="{BB962C8B-B14F-4D97-AF65-F5344CB8AC3E}">
        <p14:creationId xmlns:p14="http://schemas.microsoft.com/office/powerpoint/2010/main" val="3185736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CD0F29-6E62-0F35-C336-5BD7C6709C03}"/>
              </a:ext>
            </a:extLst>
          </p:cNvPr>
          <p:cNvSpPr txBox="1"/>
          <p:nvPr/>
        </p:nvSpPr>
        <p:spPr>
          <a:xfrm>
            <a:off x="759460" y="1166842"/>
            <a:ext cx="10673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chapter, instructions are provided for installing QEMU for the RISC-V emulator. Run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QEMU emulator allows us to explore the 64-bit RISC-V machine without having actual hardware for it. Additionally, it provides us debugger access to the machine in a friendly Linux environment.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Source Code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out the source code available for the book somewhere convenient. How and where you can download it will vary according to whether you are using Windows or others.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hlinkClick r:id="rId2"/>
              </a:rPr>
              <a:t>GitHub - ve3wwg/</a:t>
            </a:r>
            <a:r>
              <a:rPr lang="en-IN" sz="2400" dirty="0" err="1">
                <a:hlinkClick r:id="rId2"/>
              </a:rPr>
              <a:t>risc</a:t>
            </a:r>
            <a:r>
              <a:rPr lang="en-IN" sz="2400" dirty="0">
                <a:hlinkClick r:id="rId2"/>
              </a:rPr>
              <a:t>-v: RISC-V Assembly Language Programming: Using ESP32-C3 and QEMU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D4344FC0-7D51-A234-8DD0-826648A147F6}"/>
              </a:ext>
            </a:extLst>
          </p:cNvPr>
          <p:cNvSpPr/>
          <p:nvPr/>
        </p:nvSpPr>
        <p:spPr>
          <a:xfrm>
            <a:off x="6448319" y="241718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347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D3478B-D381-FADC-AD90-7EA4FC6AECED}"/>
              </a:ext>
            </a:extLst>
          </p:cNvPr>
          <p:cNvSpPr txBox="1"/>
          <p:nvPr/>
        </p:nvSpPr>
        <p:spPr>
          <a:xfrm>
            <a:off x="632051" y="243512"/>
            <a:ext cx="10927897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Linux/MacOS Platforms: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clone https://github.com/ve3wwg/risc-v.git -b master ~/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/repo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the file: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cp ~/riscv/repo/boot.sh ~/riscv/boot.sh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makes the process a little more difficult, so follow these recommended steps: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Double-click your desktop ESP-IDF 4.4 CMD icon that was installed when you in stalled the ESP-IDF framework. Using this environment will give you instant access to the ESP-IDF installed git command.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to the C:\riscv after you create the directory.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the following git command using forward slashes to clone the repository.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C:&gt; git clone https://github.com/ve3wwg/risc-v.git -b master 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/repo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is done, there should be files populated in your C:\riscv\repo subdirectory.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2B9D616A-6A94-1E8B-9BCD-78E986663ADA}"/>
              </a:ext>
            </a:extLst>
          </p:cNvPr>
          <p:cNvSpPr/>
          <p:nvPr/>
        </p:nvSpPr>
        <p:spPr>
          <a:xfrm>
            <a:off x="7046569" y="173984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09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5AA5C7-2387-97AF-3AAE-28A51B3CA26D}"/>
              </a:ext>
            </a:extLst>
          </p:cNvPr>
          <p:cNvSpPr txBox="1"/>
          <p:nvPr/>
        </p:nvSpPr>
        <p:spPr>
          <a:xfrm>
            <a:off x="713695" y="1166842"/>
            <a:ext cx="107646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Steps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basic steps required to get our RISC-V system environment setup: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the QEMU RISC-V 64-bit emulator.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the Fedora Linux for RISC-V 64-bit (within the emulator)</a:t>
            </a:r>
          </a:p>
          <a:p>
            <a:pPr marL="342900" indent="-342900"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QEMU on MacOS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instructions for a MacOS binary installation can be found here: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https://www.qemu.org/download/#macos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QEMU 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Devuan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Linux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apt install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qemu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-system-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B1FCAD22-68D0-00D8-D0B2-E8891DD4F2FE}"/>
              </a:ext>
            </a:extLst>
          </p:cNvPr>
          <p:cNvSpPr/>
          <p:nvPr/>
        </p:nvSpPr>
        <p:spPr>
          <a:xfrm>
            <a:off x="7083319" y="258651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86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EF81C-8AE3-6CDB-D6F0-75177CB3DA3B}"/>
              </a:ext>
            </a:extLst>
          </p:cNvPr>
          <p:cNvSpPr txBox="1"/>
          <p:nvPr/>
        </p:nvSpPr>
        <p:spPr>
          <a:xfrm>
            <a:off x="1293359" y="1196648"/>
            <a:ext cx="960528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installs all QEMU emulators, but check that the riscv64 version is the one installed with: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qemu-system-riscv64 --version QEMU emulator version 5.2.0 (Debian 1:5.2+dfsg-11+deb11u1) Copyright (c) 2003-2020 Fabrice Bellard and the QEMU Project developers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82DF3-8317-A9BC-39B5-36EDE729CB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3"/>
          <a:stretch/>
        </p:blipFill>
        <p:spPr bwMode="auto">
          <a:xfrm>
            <a:off x="1388593" y="3011936"/>
            <a:ext cx="9414814" cy="284960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 8">
            <a:extLst>
              <a:ext uri="{FF2B5EF4-FFF2-40B4-BE49-F238E27FC236}">
                <a16:creationId xmlns:a16="http://schemas.microsoft.com/office/drawing/2014/main" id="{72FBE23D-F10E-12C8-2B56-6156A35C765B}"/>
              </a:ext>
            </a:extLst>
          </p:cNvPr>
          <p:cNvSpPr/>
          <p:nvPr/>
        </p:nvSpPr>
        <p:spPr>
          <a:xfrm>
            <a:off x="7100252" y="327014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016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0299BEAF-031C-2620-5B79-660A2C378F82}"/>
              </a:ext>
            </a:extLst>
          </p:cNvPr>
          <p:cNvSpPr/>
          <p:nvPr/>
        </p:nvSpPr>
        <p:spPr>
          <a:xfrm>
            <a:off x="7354252" y="157051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69685-13F9-8B5F-B355-2B17D3D2C5AC}"/>
              </a:ext>
            </a:extLst>
          </p:cNvPr>
          <p:cNvSpPr txBox="1"/>
          <p:nvPr/>
        </p:nvSpPr>
        <p:spPr>
          <a:xfrm>
            <a:off x="485775" y="934649"/>
            <a:ext cx="993185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QEMU on Linux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Build Steps: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working directory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disk space. 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out the QEMU source code from gitlab.com. 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it (and check for prerequisites). 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(compile) it. 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it.</a:t>
            </a:r>
          </a:p>
          <a:p>
            <a:pPr marL="342900" indent="-342900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Working Directory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QEMU from source code, you need to create a working directory on a file system with at least 2 GB of storage.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~/work $ cd ~/work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 from gitlab.com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clone https://gitlab.com/qemu-project/qemu.git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15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118F37-9EF9-34CE-EFAB-70F3507296FB}"/>
              </a:ext>
            </a:extLst>
          </p:cNvPr>
          <p:cNvSpPr txBox="1"/>
          <p:nvPr/>
        </p:nvSpPr>
        <p:spPr>
          <a:xfrm>
            <a:off x="600076" y="827705"/>
            <a:ext cx="485366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to the checked-out source code directory: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~/work/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qemu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-p ~/work/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qemu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/build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~/work/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qemu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/build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../configure --target-list=riscv64-softmmu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0A0D97-7A61-5C90-50ED-C95149EF6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6935"/>
            <a:ext cx="5731510" cy="58775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 8">
            <a:extLst>
              <a:ext uri="{FF2B5EF4-FFF2-40B4-BE49-F238E27FC236}">
                <a16:creationId xmlns:a16="http://schemas.microsoft.com/office/drawing/2014/main" id="{67741D4E-D2A1-E720-CAD2-337893F9D2E8}"/>
              </a:ext>
            </a:extLst>
          </p:cNvPr>
          <p:cNvSpPr/>
          <p:nvPr/>
        </p:nvSpPr>
        <p:spPr>
          <a:xfrm>
            <a:off x="364490" y="5701885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20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F98E41-456B-A99E-B4C6-00D2D846F337}"/>
              </a:ext>
            </a:extLst>
          </p:cNvPr>
          <p:cNvSpPr txBox="1"/>
          <p:nvPr/>
        </p:nvSpPr>
        <p:spPr>
          <a:xfrm>
            <a:off x="387804" y="435820"/>
            <a:ext cx="460873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any packages are missing configuration cannot be completed so install all the below packages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apt install ninja-build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apt install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-config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apt install libglib2.0-dev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apt install libpixman-1-dev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QEMU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~/work/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qemu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/build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make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021D8D-5650-0256-0DA9-8E6B4554A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5" t="21236" r="7575" b="10547"/>
          <a:stretch/>
        </p:blipFill>
        <p:spPr bwMode="auto">
          <a:xfrm>
            <a:off x="5142956" y="1159201"/>
            <a:ext cx="6826848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 8">
            <a:extLst>
              <a:ext uri="{FF2B5EF4-FFF2-40B4-BE49-F238E27FC236}">
                <a16:creationId xmlns:a16="http://schemas.microsoft.com/office/drawing/2014/main" id="{4ACE0BCD-DF0E-CB7B-ECD3-3C7A3E748153}"/>
              </a:ext>
            </a:extLst>
          </p:cNvPr>
          <p:cNvSpPr/>
          <p:nvPr/>
        </p:nvSpPr>
        <p:spPr>
          <a:xfrm>
            <a:off x="339230" y="5698799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665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013C29-A7BF-54AC-F0E3-38B8F9CC314B}"/>
              </a:ext>
            </a:extLst>
          </p:cNvPr>
          <p:cNvSpPr txBox="1"/>
          <p:nvPr/>
        </p:nvSpPr>
        <p:spPr>
          <a:xfrm>
            <a:off x="546028" y="1382876"/>
            <a:ext cx="32258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QEMU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~/work/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qemu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/build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install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Congratulations! You have installed QEMU! Now verify that the emulator is available from the command line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60FD6D-79E7-9AFA-3AD4-3C32E3BE0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288" y="1382876"/>
            <a:ext cx="7419684" cy="46823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 8">
            <a:extLst>
              <a:ext uri="{FF2B5EF4-FFF2-40B4-BE49-F238E27FC236}">
                <a16:creationId xmlns:a16="http://schemas.microsoft.com/office/drawing/2014/main" id="{44C3D47B-5914-7745-A74B-D9FA4F9877A0}"/>
              </a:ext>
            </a:extLst>
          </p:cNvPr>
          <p:cNvSpPr/>
          <p:nvPr/>
        </p:nvSpPr>
        <p:spPr>
          <a:xfrm>
            <a:off x="7306733" y="238694"/>
            <a:ext cx="4339239" cy="701106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685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ECDFBA-7FB7-E4D7-E808-8234BD285FB2}"/>
              </a:ext>
            </a:extLst>
          </p:cNvPr>
          <p:cNvSpPr txBox="1"/>
          <p:nvPr/>
        </p:nvSpPr>
        <p:spPr>
          <a:xfrm>
            <a:off x="712949" y="3405383"/>
            <a:ext cx="57790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Image Files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Fedora Linux for RISC-V file system images that we're going to work with are available for download from this site: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https://dl.fedoraproject.org/pub/alt/risc-v/archive/disk-images/fedora/rawhide/20190703.n.0/Developer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E4112-C3B3-D448-45FE-470306F3E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335" y="2941609"/>
            <a:ext cx="5098487" cy="3018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8B379-26CB-8EBC-5049-A135662498FC}"/>
              </a:ext>
            </a:extLst>
          </p:cNvPr>
          <p:cNvSpPr txBox="1"/>
          <p:nvPr/>
        </p:nvSpPr>
        <p:spPr>
          <a:xfrm>
            <a:off x="827249" y="387064"/>
            <a:ext cx="1029250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Linux/MacOS Setup of Fedora Linux</a:t>
            </a:r>
          </a:p>
          <a:p>
            <a:pPr algn="just"/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successfully installing QEMU for RISC-V 64-bit, either from a binary package or from the source code, let's turn our attention to downloading and setting up the RISC-V 64-bit version of Fedora Linux. Here go to the working directory which is ~/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00241DD-9B54-C766-46F2-901AC3B40330}"/>
              </a:ext>
            </a:extLst>
          </p:cNvPr>
          <p:cNvSpPr/>
          <p:nvPr/>
        </p:nvSpPr>
        <p:spPr>
          <a:xfrm>
            <a:off x="7840133" y="238694"/>
            <a:ext cx="3805839" cy="548706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116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E91ECA-FF1A-7D3E-AF74-DA5794F3715A}"/>
              </a:ext>
            </a:extLst>
          </p:cNvPr>
          <p:cNvSpPr txBox="1"/>
          <p:nvPr/>
        </p:nvSpPr>
        <p:spPr>
          <a:xfrm>
            <a:off x="1785938" y="370480"/>
            <a:ext cx="27309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2C1FF-0908-9D6E-A425-78194CA70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342" b="2833"/>
          <a:stretch/>
        </p:blipFill>
        <p:spPr bwMode="auto">
          <a:xfrm>
            <a:off x="766877" y="990893"/>
            <a:ext cx="4769076" cy="52965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999283-A6E0-0410-7421-A28AFE7B4A08}"/>
              </a:ext>
            </a:extLst>
          </p:cNvPr>
          <p:cNvSpPr txBox="1"/>
          <p:nvPr/>
        </p:nvSpPr>
        <p:spPr>
          <a:xfrm>
            <a:off x="6992709" y="305191"/>
            <a:ext cx="4004582" cy="73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Decompress the downloaded image file 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4FE958-1DE2-9A0F-8C48-0CB17C946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459" y="1412240"/>
            <a:ext cx="5731510" cy="38049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C684BC35-B3D0-9604-D3B1-D972946F7EA9}"/>
              </a:ext>
            </a:extLst>
          </p:cNvPr>
          <p:cNvSpPr/>
          <p:nvPr/>
        </p:nvSpPr>
        <p:spPr>
          <a:xfrm>
            <a:off x="8509000" y="6114170"/>
            <a:ext cx="3340172" cy="438639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233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6D6253-66EB-6871-550A-C0D9315D9AC8}"/>
              </a:ext>
            </a:extLst>
          </p:cNvPr>
          <p:cNvSpPr txBox="1"/>
          <p:nvPr/>
        </p:nvSpPr>
        <p:spPr>
          <a:xfrm>
            <a:off x="812345" y="484806"/>
            <a:ext cx="10438041" cy="144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Linux/MacOS Boot Fedora Linux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13716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Modify the text file, The contents of the ~/riscv/boot.sh script file should resemble this:</a:t>
            </a:r>
          </a:p>
          <a:p>
            <a:pPr>
              <a:buNone/>
            </a:pPr>
            <a:r>
              <a:rPr lang="en-IN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Modify the file path of images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8DFD97-A198-D4EE-FA22-1190ECDB1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734" y="1932382"/>
            <a:ext cx="5186532" cy="464236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 8">
            <a:extLst>
              <a:ext uri="{FF2B5EF4-FFF2-40B4-BE49-F238E27FC236}">
                <a16:creationId xmlns:a16="http://schemas.microsoft.com/office/drawing/2014/main" id="{CC893E3A-9BD9-DFD8-E56C-228A464F1646}"/>
              </a:ext>
            </a:extLst>
          </p:cNvPr>
          <p:cNvSpPr/>
          <p:nvPr/>
        </p:nvSpPr>
        <p:spPr>
          <a:xfrm>
            <a:off x="8001000" y="238694"/>
            <a:ext cx="3644972" cy="574106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171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D7D202-1C79-374F-5010-07B12B5AEA5D}"/>
              </a:ext>
            </a:extLst>
          </p:cNvPr>
          <p:cNvSpPr txBox="1"/>
          <p:nvPr/>
        </p:nvSpPr>
        <p:spPr>
          <a:xfrm>
            <a:off x="926647" y="288862"/>
            <a:ext cx="60987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Linux/MacOS Boot Test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the boot by invoking the script: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./boot.sh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AD761-BBC9-8EFF-E7CC-EE6B205A0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18" y="2267508"/>
            <a:ext cx="3587949" cy="3901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E990C4-9C6F-C23A-0F01-8E7B640E2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331" y="2267508"/>
            <a:ext cx="3565790" cy="3901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0CCF9D-6F2F-DBB4-5B3F-3A62760D8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86" y="2279509"/>
            <a:ext cx="3590876" cy="39019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A422E60B-4E5A-2C56-CE73-8185DECD0852}"/>
              </a:ext>
            </a:extLst>
          </p:cNvPr>
          <p:cNvSpPr/>
          <p:nvPr/>
        </p:nvSpPr>
        <p:spPr>
          <a:xfrm>
            <a:off x="7941733" y="238694"/>
            <a:ext cx="3704239" cy="497906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655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58AD71-A124-019A-C49B-8F809EFD0C7D}"/>
              </a:ext>
            </a:extLst>
          </p:cNvPr>
          <p:cNvSpPr txBox="1"/>
          <p:nvPr/>
        </p:nvSpPr>
        <p:spPr>
          <a:xfrm>
            <a:off x="364490" y="965797"/>
            <a:ext cx="56134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 into fedora using login as root and password as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riscv</a:t>
            </a:r>
            <a:endParaRPr lang="en-IN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858FB8-2422-5DD0-41F9-03C021078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" y="1761490"/>
            <a:ext cx="5731510" cy="33350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01D149-AD66-4AF5-51F6-2898ACAE705B}"/>
              </a:ext>
            </a:extLst>
          </p:cNvPr>
          <p:cNvSpPr txBox="1"/>
          <p:nvPr/>
        </p:nvSpPr>
        <p:spPr>
          <a:xfrm>
            <a:off x="7696199" y="965797"/>
            <a:ext cx="2887134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7874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 the storage space left </a:t>
            </a:r>
            <a:endParaRPr lang="en-IN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9EA7C-4510-C0C2-5184-0EF5015B1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666" y="1714711"/>
            <a:ext cx="4189864" cy="342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A4C06669-6CC0-A8E6-932C-4E0896833D9E}"/>
              </a:ext>
            </a:extLst>
          </p:cNvPr>
          <p:cNvSpPr/>
          <p:nvPr/>
        </p:nvSpPr>
        <p:spPr>
          <a:xfrm>
            <a:off x="8001000" y="5996027"/>
            <a:ext cx="3848172" cy="557173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55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63FA76-81C5-6B47-DE98-457BB7259746}"/>
              </a:ext>
            </a:extLst>
          </p:cNvPr>
          <p:cNvSpPr txBox="1"/>
          <p:nvPr/>
        </p:nvSpPr>
        <p:spPr>
          <a:xfrm>
            <a:off x="431800" y="307751"/>
            <a:ext cx="6096000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1058545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Shut down fedora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1058545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 /</a:t>
            </a:r>
            <a:r>
              <a:rPr lang="en-IN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sbin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/shutdown -h now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DB6EF-D250-17ED-BA78-CF985E9EB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341967"/>
            <a:ext cx="4935465" cy="1443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BB460E-708D-DEDF-E82A-0A9241E32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41967"/>
            <a:ext cx="573151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reeform 8">
            <a:extLst>
              <a:ext uri="{FF2B5EF4-FFF2-40B4-BE49-F238E27FC236}">
                <a16:creationId xmlns:a16="http://schemas.microsoft.com/office/drawing/2014/main" id="{E5A89688-7742-8C39-3666-808B732447A7}"/>
              </a:ext>
            </a:extLst>
          </p:cNvPr>
          <p:cNvSpPr/>
          <p:nvPr/>
        </p:nvSpPr>
        <p:spPr>
          <a:xfrm>
            <a:off x="330200" y="5835161"/>
            <a:ext cx="4009039" cy="591039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485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EEEF79-DA98-A80C-4B25-A3C934D4F656}"/>
              </a:ext>
            </a:extLst>
          </p:cNvPr>
          <p:cNvSpPr txBox="1"/>
          <p:nvPr/>
        </p:nvSpPr>
        <p:spPr>
          <a:xfrm>
            <a:off x="702733" y="518068"/>
            <a:ext cx="4191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QEMU on Windows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https://www.qemu.org/download/#windows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Fedora Linux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The boot.bat script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Qemu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FB91C3-1998-9FAB-121F-8CA98A353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92" y="447372"/>
            <a:ext cx="6144482" cy="5391902"/>
          </a:xfrm>
          <a:prstGeom prst="rect">
            <a:avLst/>
          </a:prstGeom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D51116F1-E575-3DC7-E929-2B678AB702EE}"/>
              </a:ext>
            </a:extLst>
          </p:cNvPr>
          <p:cNvSpPr/>
          <p:nvPr/>
        </p:nvSpPr>
        <p:spPr>
          <a:xfrm>
            <a:off x="237066" y="5839274"/>
            <a:ext cx="4025973" cy="701106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68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263DF7-035C-D950-EFF3-AFC87D30A153}"/>
              </a:ext>
            </a:extLst>
          </p:cNvPr>
          <p:cNvSpPr txBox="1"/>
          <p:nvPr/>
        </p:nvSpPr>
        <p:spPr>
          <a:xfrm>
            <a:off x="4690533" y="3075057"/>
            <a:ext cx="2810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84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842</Words>
  <Application>Microsoft Office PowerPoint</Application>
  <PresentationFormat>Widescreen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UMESH REDDY R</dc:creator>
  <cp:lastModifiedBy>UMESH REDDY R</cp:lastModifiedBy>
  <cp:revision>4</cp:revision>
  <dcterms:created xsi:type="dcterms:W3CDTF">2025-03-14T01:15:17Z</dcterms:created>
  <dcterms:modified xsi:type="dcterms:W3CDTF">2025-03-16T08:42:58Z</dcterms:modified>
</cp:coreProperties>
</file>