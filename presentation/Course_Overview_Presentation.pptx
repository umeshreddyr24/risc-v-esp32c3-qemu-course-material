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9" r:id="rId4"/>
    <p:sldId id="321" r:id="rId5"/>
    <p:sldId id="322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7946" autoAdjust="0"/>
  </p:normalViewPr>
  <p:slideViewPr>
    <p:cSldViewPr snapToGrid="0">
      <p:cViewPr varScale="1">
        <p:scale>
          <a:sx n="65" d="100"/>
          <a:sy n="65" d="100"/>
        </p:scale>
        <p:origin x="131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0F1732-F860-44E5-9AD4-386C599F3DD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B1B2A1-F7D2-4CA6-861C-6E94C43B0F6F}">
      <dgm:prSet/>
      <dgm:spPr/>
      <dgm:t>
        <a:bodyPr/>
        <a:lstStyle/>
        <a:p>
          <a:r>
            <a:rPr lang="en-US"/>
            <a:t>Open-source &amp; widely adopted architecture</a:t>
          </a:r>
        </a:p>
      </dgm:t>
    </dgm:pt>
    <dgm:pt modelId="{138E0D80-31C6-4752-9F0E-95E3CE3A62E6}" type="parTrans" cxnId="{B44A87C4-0C70-4704-97F4-0AB4AB113151}">
      <dgm:prSet/>
      <dgm:spPr/>
      <dgm:t>
        <a:bodyPr/>
        <a:lstStyle/>
        <a:p>
          <a:endParaRPr lang="en-US"/>
        </a:p>
      </dgm:t>
    </dgm:pt>
    <dgm:pt modelId="{A83A9AF3-D929-48C7-B2E2-CBA7F7C36DFD}" type="sibTrans" cxnId="{B44A87C4-0C70-4704-97F4-0AB4AB113151}">
      <dgm:prSet/>
      <dgm:spPr/>
      <dgm:t>
        <a:bodyPr/>
        <a:lstStyle/>
        <a:p>
          <a:endParaRPr lang="en-US"/>
        </a:p>
      </dgm:t>
    </dgm:pt>
    <dgm:pt modelId="{673475DA-4888-4652-B875-CAB9E67797E0}">
      <dgm:prSet/>
      <dgm:spPr/>
      <dgm:t>
        <a:bodyPr/>
        <a:lstStyle/>
        <a:p>
          <a:r>
            <a:rPr lang="en-US"/>
            <a:t>Used in embedded systems, IoT, and high-performance computing</a:t>
          </a:r>
        </a:p>
      </dgm:t>
    </dgm:pt>
    <dgm:pt modelId="{BBA76064-5C73-4E3F-9DDF-AC9B2EDA635A}" type="parTrans" cxnId="{815CD319-E10B-4944-A404-8D7AB82CA022}">
      <dgm:prSet/>
      <dgm:spPr/>
      <dgm:t>
        <a:bodyPr/>
        <a:lstStyle/>
        <a:p>
          <a:endParaRPr lang="en-US"/>
        </a:p>
      </dgm:t>
    </dgm:pt>
    <dgm:pt modelId="{43C5B99D-3B75-4D74-980F-F7AD2F1A3A46}" type="sibTrans" cxnId="{815CD319-E10B-4944-A404-8D7AB82CA022}">
      <dgm:prSet/>
      <dgm:spPr/>
      <dgm:t>
        <a:bodyPr/>
        <a:lstStyle/>
        <a:p>
          <a:endParaRPr lang="en-US"/>
        </a:p>
      </dgm:t>
    </dgm:pt>
    <dgm:pt modelId="{7CEBB349-A45D-4C98-9BB1-1131B8315873}">
      <dgm:prSet/>
      <dgm:spPr/>
      <dgm:t>
        <a:bodyPr/>
        <a:lstStyle/>
        <a:p>
          <a:r>
            <a:rPr lang="en-US"/>
            <a:t>Helps in understanding low-level hardware interaction</a:t>
          </a:r>
        </a:p>
      </dgm:t>
    </dgm:pt>
    <dgm:pt modelId="{DDA8B7F2-B056-42EA-905F-A2718E60CAE8}" type="parTrans" cxnId="{ADC321A2-A10F-4651-9847-2C33A55661FB}">
      <dgm:prSet/>
      <dgm:spPr/>
      <dgm:t>
        <a:bodyPr/>
        <a:lstStyle/>
        <a:p>
          <a:endParaRPr lang="en-US"/>
        </a:p>
      </dgm:t>
    </dgm:pt>
    <dgm:pt modelId="{90473C7A-AE1D-4F73-8F4D-CD1669348EE3}" type="sibTrans" cxnId="{ADC321A2-A10F-4651-9847-2C33A55661FB}">
      <dgm:prSet/>
      <dgm:spPr/>
      <dgm:t>
        <a:bodyPr/>
        <a:lstStyle/>
        <a:p>
          <a:endParaRPr lang="en-US"/>
        </a:p>
      </dgm:t>
    </dgm:pt>
    <dgm:pt modelId="{5A597890-2AB7-472D-B7E8-27DC633AADD3}" type="pres">
      <dgm:prSet presAssocID="{1C0F1732-F860-44E5-9AD4-386C599F3D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567CEA-9151-4934-9EA2-C7B0414B4062}" type="pres">
      <dgm:prSet presAssocID="{80B1B2A1-F7D2-4CA6-861C-6E94C43B0F6F}" presName="hierRoot1" presStyleCnt="0"/>
      <dgm:spPr/>
    </dgm:pt>
    <dgm:pt modelId="{5505FF69-15A2-4FE6-862F-C182CF4660CC}" type="pres">
      <dgm:prSet presAssocID="{80B1B2A1-F7D2-4CA6-861C-6E94C43B0F6F}" presName="composite" presStyleCnt="0"/>
      <dgm:spPr/>
    </dgm:pt>
    <dgm:pt modelId="{10213C74-5AF7-4A35-A030-4529190C79A3}" type="pres">
      <dgm:prSet presAssocID="{80B1B2A1-F7D2-4CA6-861C-6E94C43B0F6F}" presName="background" presStyleLbl="node0" presStyleIdx="0" presStyleCnt="3"/>
      <dgm:spPr/>
    </dgm:pt>
    <dgm:pt modelId="{2017D3C2-655C-42CB-9D3E-EEF7762DC3E1}" type="pres">
      <dgm:prSet presAssocID="{80B1B2A1-F7D2-4CA6-861C-6E94C43B0F6F}" presName="text" presStyleLbl="fgAcc0" presStyleIdx="0" presStyleCnt="3">
        <dgm:presLayoutVars>
          <dgm:chPref val="3"/>
        </dgm:presLayoutVars>
      </dgm:prSet>
      <dgm:spPr/>
    </dgm:pt>
    <dgm:pt modelId="{95CCE8B5-24F1-4C0A-A362-D17EDB11D7AA}" type="pres">
      <dgm:prSet presAssocID="{80B1B2A1-F7D2-4CA6-861C-6E94C43B0F6F}" presName="hierChild2" presStyleCnt="0"/>
      <dgm:spPr/>
    </dgm:pt>
    <dgm:pt modelId="{53E2EEC6-4890-4F4A-9335-E2AE00955F8F}" type="pres">
      <dgm:prSet presAssocID="{673475DA-4888-4652-B875-CAB9E67797E0}" presName="hierRoot1" presStyleCnt="0"/>
      <dgm:spPr/>
    </dgm:pt>
    <dgm:pt modelId="{9F29FEF9-DD1D-49B5-BFC0-7D8082C49633}" type="pres">
      <dgm:prSet presAssocID="{673475DA-4888-4652-B875-CAB9E67797E0}" presName="composite" presStyleCnt="0"/>
      <dgm:spPr/>
    </dgm:pt>
    <dgm:pt modelId="{504B5B0F-99C0-428B-BA08-0A9B2977BC63}" type="pres">
      <dgm:prSet presAssocID="{673475DA-4888-4652-B875-CAB9E67797E0}" presName="background" presStyleLbl="node0" presStyleIdx="1" presStyleCnt="3"/>
      <dgm:spPr/>
    </dgm:pt>
    <dgm:pt modelId="{28E0EAE7-4FB1-4B75-BEFC-16E959F09E0E}" type="pres">
      <dgm:prSet presAssocID="{673475DA-4888-4652-B875-CAB9E67797E0}" presName="text" presStyleLbl="fgAcc0" presStyleIdx="1" presStyleCnt="3">
        <dgm:presLayoutVars>
          <dgm:chPref val="3"/>
        </dgm:presLayoutVars>
      </dgm:prSet>
      <dgm:spPr/>
    </dgm:pt>
    <dgm:pt modelId="{8116457C-293C-4046-B01B-CFE4FF315919}" type="pres">
      <dgm:prSet presAssocID="{673475DA-4888-4652-B875-CAB9E67797E0}" presName="hierChild2" presStyleCnt="0"/>
      <dgm:spPr/>
    </dgm:pt>
    <dgm:pt modelId="{217CCB95-01CB-4DFE-AC58-35EB6944710A}" type="pres">
      <dgm:prSet presAssocID="{7CEBB349-A45D-4C98-9BB1-1131B8315873}" presName="hierRoot1" presStyleCnt="0"/>
      <dgm:spPr/>
    </dgm:pt>
    <dgm:pt modelId="{45A39898-861D-486E-A54D-E125CC6EC4A4}" type="pres">
      <dgm:prSet presAssocID="{7CEBB349-A45D-4C98-9BB1-1131B8315873}" presName="composite" presStyleCnt="0"/>
      <dgm:spPr/>
    </dgm:pt>
    <dgm:pt modelId="{D9CE8ADD-ADA4-42EB-B902-D99A0B44975E}" type="pres">
      <dgm:prSet presAssocID="{7CEBB349-A45D-4C98-9BB1-1131B8315873}" presName="background" presStyleLbl="node0" presStyleIdx="2" presStyleCnt="3"/>
      <dgm:spPr/>
    </dgm:pt>
    <dgm:pt modelId="{5FBD2BBE-AB2C-4FFE-8D22-A6EA601D88D1}" type="pres">
      <dgm:prSet presAssocID="{7CEBB349-A45D-4C98-9BB1-1131B8315873}" presName="text" presStyleLbl="fgAcc0" presStyleIdx="2" presStyleCnt="3">
        <dgm:presLayoutVars>
          <dgm:chPref val="3"/>
        </dgm:presLayoutVars>
      </dgm:prSet>
      <dgm:spPr/>
    </dgm:pt>
    <dgm:pt modelId="{61F2A380-0DC4-4C67-B085-ADB1FC7A7392}" type="pres">
      <dgm:prSet presAssocID="{7CEBB349-A45D-4C98-9BB1-1131B8315873}" presName="hierChild2" presStyleCnt="0"/>
      <dgm:spPr/>
    </dgm:pt>
  </dgm:ptLst>
  <dgm:cxnLst>
    <dgm:cxn modelId="{E5902104-A0C2-45DF-B08F-8A9497978C5A}" type="presOf" srcId="{673475DA-4888-4652-B875-CAB9E67797E0}" destId="{28E0EAE7-4FB1-4B75-BEFC-16E959F09E0E}" srcOrd="0" destOrd="0" presId="urn:microsoft.com/office/officeart/2005/8/layout/hierarchy1"/>
    <dgm:cxn modelId="{815CD319-E10B-4944-A404-8D7AB82CA022}" srcId="{1C0F1732-F860-44E5-9AD4-386C599F3DD5}" destId="{673475DA-4888-4652-B875-CAB9E67797E0}" srcOrd="1" destOrd="0" parTransId="{BBA76064-5C73-4E3F-9DDF-AC9B2EDA635A}" sibTransId="{43C5B99D-3B75-4D74-980F-F7AD2F1A3A46}"/>
    <dgm:cxn modelId="{C45D1397-5C61-4F43-8A31-714EFB5EEB9C}" type="presOf" srcId="{1C0F1732-F860-44E5-9AD4-386C599F3DD5}" destId="{5A597890-2AB7-472D-B7E8-27DC633AADD3}" srcOrd="0" destOrd="0" presId="urn:microsoft.com/office/officeart/2005/8/layout/hierarchy1"/>
    <dgm:cxn modelId="{2E266D99-3A65-41FC-9A22-D4DDA2E0057D}" type="presOf" srcId="{7CEBB349-A45D-4C98-9BB1-1131B8315873}" destId="{5FBD2BBE-AB2C-4FFE-8D22-A6EA601D88D1}" srcOrd="0" destOrd="0" presId="urn:microsoft.com/office/officeart/2005/8/layout/hierarchy1"/>
    <dgm:cxn modelId="{ADC321A2-A10F-4651-9847-2C33A55661FB}" srcId="{1C0F1732-F860-44E5-9AD4-386C599F3DD5}" destId="{7CEBB349-A45D-4C98-9BB1-1131B8315873}" srcOrd="2" destOrd="0" parTransId="{DDA8B7F2-B056-42EA-905F-A2718E60CAE8}" sibTransId="{90473C7A-AE1D-4F73-8F4D-CD1669348EE3}"/>
    <dgm:cxn modelId="{B44A87C4-0C70-4704-97F4-0AB4AB113151}" srcId="{1C0F1732-F860-44E5-9AD4-386C599F3DD5}" destId="{80B1B2A1-F7D2-4CA6-861C-6E94C43B0F6F}" srcOrd="0" destOrd="0" parTransId="{138E0D80-31C6-4752-9F0E-95E3CE3A62E6}" sibTransId="{A83A9AF3-D929-48C7-B2E2-CBA7F7C36DFD}"/>
    <dgm:cxn modelId="{0E2763F0-3CF3-41AB-962C-6ED8FF29A14C}" type="presOf" srcId="{80B1B2A1-F7D2-4CA6-861C-6E94C43B0F6F}" destId="{2017D3C2-655C-42CB-9D3E-EEF7762DC3E1}" srcOrd="0" destOrd="0" presId="urn:microsoft.com/office/officeart/2005/8/layout/hierarchy1"/>
    <dgm:cxn modelId="{9B25E863-84BB-4AE5-B224-ECA01E384BFF}" type="presParOf" srcId="{5A597890-2AB7-472D-B7E8-27DC633AADD3}" destId="{00567CEA-9151-4934-9EA2-C7B0414B4062}" srcOrd="0" destOrd="0" presId="urn:microsoft.com/office/officeart/2005/8/layout/hierarchy1"/>
    <dgm:cxn modelId="{9603A75A-FCC9-46FC-A205-EF8256ACDEF1}" type="presParOf" srcId="{00567CEA-9151-4934-9EA2-C7B0414B4062}" destId="{5505FF69-15A2-4FE6-862F-C182CF4660CC}" srcOrd="0" destOrd="0" presId="urn:microsoft.com/office/officeart/2005/8/layout/hierarchy1"/>
    <dgm:cxn modelId="{9AADAD1C-EBF4-406D-A9E7-283D188498CB}" type="presParOf" srcId="{5505FF69-15A2-4FE6-862F-C182CF4660CC}" destId="{10213C74-5AF7-4A35-A030-4529190C79A3}" srcOrd="0" destOrd="0" presId="urn:microsoft.com/office/officeart/2005/8/layout/hierarchy1"/>
    <dgm:cxn modelId="{4A90A359-0E6B-4B4F-BA00-46F74BE38639}" type="presParOf" srcId="{5505FF69-15A2-4FE6-862F-C182CF4660CC}" destId="{2017D3C2-655C-42CB-9D3E-EEF7762DC3E1}" srcOrd="1" destOrd="0" presId="urn:microsoft.com/office/officeart/2005/8/layout/hierarchy1"/>
    <dgm:cxn modelId="{6A77BF04-1D1B-4297-BA40-A55593C729FA}" type="presParOf" srcId="{00567CEA-9151-4934-9EA2-C7B0414B4062}" destId="{95CCE8B5-24F1-4C0A-A362-D17EDB11D7AA}" srcOrd="1" destOrd="0" presId="urn:microsoft.com/office/officeart/2005/8/layout/hierarchy1"/>
    <dgm:cxn modelId="{9CDB4DF1-2C9C-4C3D-8B39-D495FFAD2595}" type="presParOf" srcId="{5A597890-2AB7-472D-B7E8-27DC633AADD3}" destId="{53E2EEC6-4890-4F4A-9335-E2AE00955F8F}" srcOrd="1" destOrd="0" presId="urn:microsoft.com/office/officeart/2005/8/layout/hierarchy1"/>
    <dgm:cxn modelId="{EA59B9F5-470C-46D0-9FCD-094525A8FE99}" type="presParOf" srcId="{53E2EEC6-4890-4F4A-9335-E2AE00955F8F}" destId="{9F29FEF9-DD1D-49B5-BFC0-7D8082C49633}" srcOrd="0" destOrd="0" presId="urn:microsoft.com/office/officeart/2005/8/layout/hierarchy1"/>
    <dgm:cxn modelId="{ED468847-2407-474C-9BEC-55DD0EEFB621}" type="presParOf" srcId="{9F29FEF9-DD1D-49B5-BFC0-7D8082C49633}" destId="{504B5B0F-99C0-428B-BA08-0A9B2977BC63}" srcOrd="0" destOrd="0" presId="urn:microsoft.com/office/officeart/2005/8/layout/hierarchy1"/>
    <dgm:cxn modelId="{2B5B6D6F-D504-4B72-BC21-82C009A3814E}" type="presParOf" srcId="{9F29FEF9-DD1D-49B5-BFC0-7D8082C49633}" destId="{28E0EAE7-4FB1-4B75-BEFC-16E959F09E0E}" srcOrd="1" destOrd="0" presId="urn:microsoft.com/office/officeart/2005/8/layout/hierarchy1"/>
    <dgm:cxn modelId="{B129F9A5-2DF0-4E11-A6C8-036C8BA30252}" type="presParOf" srcId="{53E2EEC6-4890-4F4A-9335-E2AE00955F8F}" destId="{8116457C-293C-4046-B01B-CFE4FF315919}" srcOrd="1" destOrd="0" presId="urn:microsoft.com/office/officeart/2005/8/layout/hierarchy1"/>
    <dgm:cxn modelId="{B3C691F3-CCF8-4E0F-84AB-CAE1FC2E8D77}" type="presParOf" srcId="{5A597890-2AB7-472D-B7E8-27DC633AADD3}" destId="{217CCB95-01CB-4DFE-AC58-35EB6944710A}" srcOrd="2" destOrd="0" presId="urn:microsoft.com/office/officeart/2005/8/layout/hierarchy1"/>
    <dgm:cxn modelId="{DB2530E6-421C-484F-A1F0-9843E98BF0D7}" type="presParOf" srcId="{217CCB95-01CB-4DFE-AC58-35EB6944710A}" destId="{45A39898-861D-486E-A54D-E125CC6EC4A4}" srcOrd="0" destOrd="0" presId="urn:microsoft.com/office/officeart/2005/8/layout/hierarchy1"/>
    <dgm:cxn modelId="{CCBDE3BB-2273-46E7-8BEA-9BD9CA9F23D5}" type="presParOf" srcId="{45A39898-861D-486E-A54D-E125CC6EC4A4}" destId="{D9CE8ADD-ADA4-42EB-B902-D99A0B44975E}" srcOrd="0" destOrd="0" presId="urn:microsoft.com/office/officeart/2005/8/layout/hierarchy1"/>
    <dgm:cxn modelId="{5F107ED0-E29F-4AAB-8162-2BB7AE35E929}" type="presParOf" srcId="{45A39898-861D-486E-A54D-E125CC6EC4A4}" destId="{5FBD2BBE-AB2C-4FFE-8D22-A6EA601D88D1}" srcOrd="1" destOrd="0" presId="urn:microsoft.com/office/officeart/2005/8/layout/hierarchy1"/>
    <dgm:cxn modelId="{76E42E4E-0761-4F4F-B79B-C420D256FACB}" type="presParOf" srcId="{217CCB95-01CB-4DFE-AC58-35EB6944710A}" destId="{61F2A380-0DC4-4C67-B085-ADB1FC7A7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0F1732-F860-44E5-9AD4-386C599F3DD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B1B2A1-F7D2-4CA6-861C-6E94C43B0F6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Open-source &amp; widely adopted architecture</a:t>
          </a:r>
        </a:p>
      </dgm:t>
    </dgm:pt>
    <dgm:pt modelId="{138E0D80-31C6-4752-9F0E-95E3CE3A62E6}" type="parTrans" cxnId="{B44A87C4-0C70-4704-97F4-0AB4AB113151}">
      <dgm:prSet/>
      <dgm:spPr/>
      <dgm:t>
        <a:bodyPr/>
        <a:lstStyle/>
        <a:p>
          <a:endParaRPr lang="en-US"/>
        </a:p>
      </dgm:t>
    </dgm:pt>
    <dgm:pt modelId="{A83A9AF3-D929-48C7-B2E2-CBA7F7C36DFD}" type="sibTrans" cxnId="{B44A87C4-0C70-4704-97F4-0AB4AB113151}">
      <dgm:prSet/>
      <dgm:spPr/>
      <dgm:t>
        <a:bodyPr/>
        <a:lstStyle/>
        <a:p>
          <a:endParaRPr lang="en-US"/>
        </a:p>
      </dgm:t>
    </dgm:pt>
    <dgm:pt modelId="{673475DA-4888-4652-B875-CAB9E67797E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Used in embedded systems, IoT, and high-performance computing</a:t>
          </a:r>
        </a:p>
      </dgm:t>
    </dgm:pt>
    <dgm:pt modelId="{BBA76064-5C73-4E3F-9DDF-AC9B2EDA635A}" type="parTrans" cxnId="{815CD319-E10B-4944-A404-8D7AB82CA022}">
      <dgm:prSet/>
      <dgm:spPr/>
      <dgm:t>
        <a:bodyPr/>
        <a:lstStyle/>
        <a:p>
          <a:endParaRPr lang="en-US"/>
        </a:p>
      </dgm:t>
    </dgm:pt>
    <dgm:pt modelId="{43C5B99D-3B75-4D74-980F-F7AD2F1A3A46}" type="sibTrans" cxnId="{815CD319-E10B-4944-A404-8D7AB82CA022}">
      <dgm:prSet/>
      <dgm:spPr/>
      <dgm:t>
        <a:bodyPr/>
        <a:lstStyle/>
        <a:p>
          <a:endParaRPr lang="en-US"/>
        </a:p>
      </dgm:t>
    </dgm:pt>
    <dgm:pt modelId="{7CEBB349-A45D-4C98-9BB1-1131B831587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Helps in understanding low-level hardware interaction</a:t>
          </a:r>
        </a:p>
      </dgm:t>
    </dgm:pt>
    <dgm:pt modelId="{DDA8B7F2-B056-42EA-905F-A2718E60CAE8}" type="parTrans" cxnId="{ADC321A2-A10F-4651-9847-2C33A55661FB}">
      <dgm:prSet/>
      <dgm:spPr/>
      <dgm:t>
        <a:bodyPr/>
        <a:lstStyle/>
        <a:p>
          <a:endParaRPr lang="en-US"/>
        </a:p>
      </dgm:t>
    </dgm:pt>
    <dgm:pt modelId="{90473C7A-AE1D-4F73-8F4D-CD1669348EE3}" type="sibTrans" cxnId="{ADC321A2-A10F-4651-9847-2C33A55661FB}">
      <dgm:prSet/>
      <dgm:spPr/>
      <dgm:t>
        <a:bodyPr/>
        <a:lstStyle/>
        <a:p>
          <a:endParaRPr lang="en-US"/>
        </a:p>
      </dgm:t>
    </dgm:pt>
    <dgm:pt modelId="{5A597890-2AB7-472D-B7E8-27DC633AADD3}" type="pres">
      <dgm:prSet presAssocID="{1C0F1732-F860-44E5-9AD4-386C599F3D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567CEA-9151-4934-9EA2-C7B0414B4062}" type="pres">
      <dgm:prSet presAssocID="{80B1B2A1-F7D2-4CA6-861C-6E94C43B0F6F}" presName="hierRoot1" presStyleCnt="0"/>
      <dgm:spPr/>
    </dgm:pt>
    <dgm:pt modelId="{5505FF69-15A2-4FE6-862F-C182CF4660CC}" type="pres">
      <dgm:prSet presAssocID="{80B1B2A1-F7D2-4CA6-861C-6E94C43B0F6F}" presName="composite" presStyleCnt="0"/>
      <dgm:spPr/>
    </dgm:pt>
    <dgm:pt modelId="{10213C74-5AF7-4A35-A030-4529190C79A3}" type="pres">
      <dgm:prSet presAssocID="{80B1B2A1-F7D2-4CA6-861C-6E94C43B0F6F}" presName="background" presStyleLbl="node0" presStyleIdx="0" presStyleCnt="3"/>
      <dgm:spPr/>
    </dgm:pt>
    <dgm:pt modelId="{2017D3C2-655C-42CB-9D3E-EEF7762DC3E1}" type="pres">
      <dgm:prSet presAssocID="{80B1B2A1-F7D2-4CA6-861C-6E94C43B0F6F}" presName="text" presStyleLbl="fgAcc0" presStyleIdx="0" presStyleCnt="3">
        <dgm:presLayoutVars>
          <dgm:chPref val="3"/>
        </dgm:presLayoutVars>
      </dgm:prSet>
      <dgm:spPr/>
    </dgm:pt>
    <dgm:pt modelId="{95CCE8B5-24F1-4C0A-A362-D17EDB11D7AA}" type="pres">
      <dgm:prSet presAssocID="{80B1B2A1-F7D2-4CA6-861C-6E94C43B0F6F}" presName="hierChild2" presStyleCnt="0"/>
      <dgm:spPr/>
    </dgm:pt>
    <dgm:pt modelId="{53E2EEC6-4890-4F4A-9335-E2AE00955F8F}" type="pres">
      <dgm:prSet presAssocID="{673475DA-4888-4652-B875-CAB9E67797E0}" presName="hierRoot1" presStyleCnt="0"/>
      <dgm:spPr/>
    </dgm:pt>
    <dgm:pt modelId="{9F29FEF9-DD1D-49B5-BFC0-7D8082C49633}" type="pres">
      <dgm:prSet presAssocID="{673475DA-4888-4652-B875-CAB9E67797E0}" presName="composite" presStyleCnt="0"/>
      <dgm:spPr/>
    </dgm:pt>
    <dgm:pt modelId="{504B5B0F-99C0-428B-BA08-0A9B2977BC63}" type="pres">
      <dgm:prSet presAssocID="{673475DA-4888-4652-B875-CAB9E67797E0}" presName="background" presStyleLbl="node0" presStyleIdx="1" presStyleCnt="3"/>
      <dgm:spPr/>
    </dgm:pt>
    <dgm:pt modelId="{28E0EAE7-4FB1-4B75-BEFC-16E959F09E0E}" type="pres">
      <dgm:prSet presAssocID="{673475DA-4888-4652-B875-CAB9E67797E0}" presName="text" presStyleLbl="fgAcc0" presStyleIdx="1" presStyleCnt="3">
        <dgm:presLayoutVars>
          <dgm:chPref val="3"/>
        </dgm:presLayoutVars>
      </dgm:prSet>
      <dgm:spPr/>
    </dgm:pt>
    <dgm:pt modelId="{8116457C-293C-4046-B01B-CFE4FF315919}" type="pres">
      <dgm:prSet presAssocID="{673475DA-4888-4652-B875-CAB9E67797E0}" presName="hierChild2" presStyleCnt="0"/>
      <dgm:spPr/>
    </dgm:pt>
    <dgm:pt modelId="{217CCB95-01CB-4DFE-AC58-35EB6944710A}" type="pres">
      <dgm:prSet presAssocID="{7CEBB349-A45D-4C98-9BB1-1131B8315873}" presName="hierRoot1" presStyleCnt="0"/>
      <dgm:spPr/>
    </dgm:pt>
    <dgm:pt modelId="{45A39898-861D-486E-A54D-E125CC6EC4A4}" type="pres">
      <dgm:prSet presAssocID="{7CEBB349-A45D-4C98-9BB1-1131B8315873}" presName="composite" presStyleCnt="0"/>
      <dgm:spPr/>
    </dgm:pt>
    <dgm:pt modelId="{D9CE8ADD-ADA4-42EB-B902-D99A0B44975E}" type="pres">
      <dgm:prSet presAssocID="{7CEBB349-A45D-4C98-9BB1-1131B8315873}" presName="background" presStyleLbl="node0" presStyleIdx="2" presStyleCnt="3"/>
      <dgm:spPr/>
    </dgm:pt>
    <dgm:pt modelId="{5FBD2BBE-AB2C-4FFE-8D22-A6EA601D88D1}" type="pres">
      <dgm:prSet presAssocID="{7CEBB349-A45D-4C98-9BB1-1131B8315873}" presName="text" presStyleLbl="fgAcc0" presStyleIdx="2" presStyleCnt="3">
        <dgm:presLayoutVars>
          <dgm:chPref val="3"/>
        </dgm:presLayoutVars>
      </dgm:prSet>
      <dgm:spPr/>
    </dgm:pt>
    <dgm:pt modelId="{61F2A380-0DC4-4C67-B085-ADB1FC7A7392}" type="pres">
      <dgm:prSet presAssocID="{7CEBB349-A45D-4C98-9BB1-1131B8315873}" presName="hierChild2" presStyleCnt="0"/>
      <dgm:spPr/>
    </dgm:pt>
  </dgm:ptLst>
  <dgm:cxnLst>
    <dgm:cxn modelId="{E5902104-A0C2-45DF-B08F-8A9497978C5A}" type="presOf" srcId="{673475DA-4888-4652-B875-CAB9E67797E0}" destId="{28E0EAE7-4FB1-4B75-BEFC-16E959F09E0E}" srcOrd="0" destOrd="0" presId="urn:microsoft.com/office/officeart/2005/8/layout/hierarchy1"/>
    <dgm:cxn modelId="{815CD319-E10B-4944-A404-8D7AB82CA022}" srcId="{1C0F1732-F860-44E5-9AD4-386C599F3DD5}" destId="{673475DA-4888-4652-B875-CAB9E67797E0}" srcOrd="1" destOrd="0" parTransId="{BBA76064-5C73-4E3F-9DDF-AC9B2EDA635A}" sibTransId="{43C5B99D-3B75-4D74-980F-F7AD2F1A3A46}"/>
    <dgm:cxn modelId="{C45D1397-5C61-4F43-8A31-714EFB5EEB9C}" type="presOf" srcId="{1C0F1732-F860-44E5-9AD4-386C599F3DD5}" destId="{5A597890-2AB7-472D-B7E8-27DC633AADD3}" srcOrd="0" destOrd="0" presId="urn:microsoft.com/office/officeart/2005/8/layout/hierarchy1"/>
    <dgm:cxn modelId="{2E266D99-3A65-41FC-9A22-D4DDA2E0057D}" type="presOf" srcId="{7CEBB349-A45D-4C98-9BB1-1131B8315873}" destId="{5FBD2BBE-AB2C-4FFE-8D22-A6EA601D88D1}" srcOrd="0" destOrd="0" presId="urn:microsoft.com/office/officeart/2005/8/layout/hierarchy1"/>
    <dgm:cxn modelId="{ADC321A2-A10F-4651-9847-2C33A55661FB}" srcId="{1C0F1732-F860-44E5-9AD4-386C599F3DD5}" destId="{7CEBB349-A45D-4C98-9BB1-1131B8315873}" srcOrd="2" destOrd="0" parTransId="{DDA8B7F2-B056-42EA-905F-A2718E60CAE8}" sibTransId="{90473C7A-AE1D-4F73-8F4D-CD1669348EE3}"/>
    <dgm:cxn modelId="{B44A87C4-0C70-4704-97F4-0AB4AB113151}" srcId="{1C0F1732-F860-44E5-9AD4-386C599F3DD5}" destId="{80B1B2A1-F7D2-4CA6-861C-6E94C43B0F6F}" srcOrd="0" destOrd="0" parTransId="{138E0D80-31C6-4752-9F0E-95E3CE3A62E6}" sibTransId="{A83A9AF3-D929-48C7-B2E2-CBA7F7C36DFD}"/>
    <dgm:cxn modelId="{0E2763F0-3CF3-41AB-962C-6ED8FF29A14C}" type="presOf" srcId="{80B1B2A1-F7D2-4CA6-861C-6E94C43B0F6F}" destId="{2017D3C2-655C-42CB-9D3E-EEF7762DC3E1}" srcOrd="0" destOrd="0" presId="urn:microsoft.com/office/officeart/2005/8/layout/hierarchy1"/>
    <dgm:cxn modelId="{9B25E863-84BB-4AE5-B224-ECA01E384BFF}" type="presParOf" srcId="{5A597890-2AB7-472D-B7E8-27DC633AADD3}" destId="{00567CEA-9151-4934-9EA2-C7B0414B4062}" srcOrd="0" destOrd="0" presId="urn:microsoft.com/office/officeart/2005/8/layout/hierarchy1"/>
    <dgm:cxn modelId="{9603A75A-FCC9-46FC-A205-EF8256ACDEF1}" type="presParOf" srcId="{00567CEA-9151-4934-9EA2-C7B0414B4062}" destId="{5505FF69-15A2-4FE6-862F-C182CF4660CC}" srcOrd="0" destOrd="0" presId="urn:microsoft.com/office/officeart/2005/8/layout/hierarchy1"/>
    <dgm:cxn modelId="{9AADAD1C-EBF4-406D-A9E7-283D188498CB}" type="presParOf" srcId="{5505FF69-15A2-4FE6-862F-C182CF4660CC}" destId="{10213C74-5AF7-4A35-A030-4529190C79A3}" srcOrd="0" destOrd="0" presId="urn:microsoft.com/office/officeart/2005/8/layout/hierarchy1"/>
    <dgm:cxn modelId="{4A90A359-0E6B-4B4F-BA00-46F74BE38639}" type="presParOf" srcId="{5505FF69-15A2-4FE6-862F-C182CF4660CC}" destId="{2017D3C2-655C-42CB-9D3E-EEF7762DC3E1}" srcOrd="1" destOrd="0" presId="urn:microsoft.com/office/officeart/2005/8/layout/hierarchy1"/>
    <dgm:cxn modelId="{6A77BF04-1D1B-4297-BA40-A55593C729FA}" type="presParOf" srcId="{00567CEA-9151-4934-9EA2-C7B0414B4062}" destId="{95CCE8B5-24F1-4C0A-A362-D17EDB11D7AA}" srcOrd="1" destOrd="0" presId="urn:microsoft.com/office/officeart/2005/8/layout/hierarchy1"/>
    <dgm:cxn modelId="{9CDB4DF1-2C9C-4C3D-8B39-D495FFAD2595}" type="presParOf" srcId="{5A597890-2AB7-472D-B7E8-27DC633AADD3}" destId="{53E2EEC6-4890-4F4A-9335-E2AE00955F8F}" srcOrd="1" destOrd="0" presId="urn:microsoft.com/office/officeart/2005/8/layout/hierarchy1"/>
    <dgm:cxn modelId="{EA59B9F5-470C-46D0-9FCD-094525A8FE99}" type="presParOf" srcId="{53E2EEC6-4890-4F4A-9335-E2AE00955F8F}" destId="{9F29FEF9-DD1D-49B5-BFC0-7D8082C49633}" srcOrd="0" destOrd="0" presId="urn:microsoft.com/office/officeart/2005/8/layout/hierarchy1"/>
    <dgm:cxn modelId="{ED468847-2407-474C-9BEC-55DD0EEFB621}" type="presParOf" srcId="{9F29FEF9-DD1D-49B5-BFC0-7D8082C49633}" destId="{504B5B0F-99C0-428B-BA08-0A9B2977BC63}" srcOrd="0" destOrd="0" presId="urn:microsoft.com/office/officeart/2005/8/layout/hierarchy1"/>
    <dgm:cxn modelId="{2B5B6D6F-D504-4B72-BC21-82C009A3814E}" type="presParOf" srcId="{9F29FEF9-DD1D-49B5-BFC0-7D8082C49633}" destId="{28E0EAE7-4FB1-4B75-BEFC-16E959F09E0E}" srcOrd="1" destOrd="0" presId="urn:microsoft.com/office/officeart/2005/8/layout/hierarchy1"/>
    <dgm:cxn modelId="{B129F9A5-2DF0-4E11-A6C8-036C8BA30252}" type="presParOf" srcId="{53E2EEC6-4890-4F4A-9335-E2AE00955F8F}" destId="{8116457C-293C-4046-B01B-CFE4FF315919}" srcOrd="1" destOrd="0" presId="urn:microsoft.com/office/officeart/2005/8/layout/hierarchy1"/>
    <dgm:cxn modelId="{B3C691F3-CCF8-4E0F-84AB-CAE1FC2E8D77}" type="presParOf" srcId="{5A597890-2AB7-472D-B7E8-27DC633AADD3}" destId="{217CCB95-01CB-4DFE-AC58-35EB6944710A}" srcOrd="2" destOrd="0" presId="urn:microsoft.com/office/officeart/2005/8/layout/hierarchy1"/>
    <dgm:cxn modelId="{DB2530E6-421C-484F-A1F0-9843E98BF0D7}" type="presParOf" srcId="{217CCB95-01CB-4DFE-AC58-35EB6944710A}" destId="{45A39898-861D-486E-A54D-E125CC6EC4A4}" srcOrd="0" destOrd="0" presId="urn:microsoft.com/office/officeart/2005/8/layout/hierarchy1"/>
    <dgm:cxn modelId="{CCBDE3BB-2273-46E7-8BEA-9BD9CA9F23D5}" type="presParOf" srcId="{45A39898-861D-486E-A54D-E125CC6EC4A4}" destId="{D9CE8ADD-ADA4-42EB-B902-D99A0B44975E}" srcOrd="0" destOrd="0" presId="urn:microsoft.com/office/officeart/2005/8/layout/hierarchy1"/>
    <dgm:cxn modelId="{5F107ED0-E29F-4AAB-8162-2BB7AE35E929}" type="presParOf" srcId="{45A39898-861D-486E-A54D-E125CC6EC4A4}" destId="{5FBD2BBE-AB2C-4FFE-8D22-A6EA601D88D1}" srcOrd="1" destOrd="0" presId="urn:microsoft.com/office/officeart/2005/8/layout/hierarchy1"/>
    <dgm:cxn modelId="{76E42E4E-0761-4F4F-B79B-C420D256FACB}" type="presParOf" srcId="{217CCB95-01CB-4DFE-AC58-35EB6944710A}" destId="{61F2A380-0DC4-4C67-B085-ADB1FC7A7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13C74-5AF7-4A35-A030-4529190C79A3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7D3C2-655C-42CB-9D3E-EEF7762DC3E1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Open-source &amp; widely adopted architecture</a:t>
          </a:r>
        </a:p>
      </dsp:txBody>
      <dsp:txXfrm>
        <a:off x="378614" y="886531"/>
        <a:ext cx="2810360" cy="1744948"/>
      </dsp:txXfrm>
    </dsp:sp>
    <dsp:sp modelId="{504B5B0F-99C0-428B-BA08-0A9B2977BC63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0EAE7-4FB1-4B75-BEFC-16E959F09E0E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Used in embedded systems, IoT, and high-performance computing</a:t>
          </a:r>
        </a:p>
      </dsp:txBody>
      <dsp:txXfrm>
        <a:off x="3946203" y="886531"/>
        <a:ext cx="2810360" cy="1744948"/>
      </dsp:txXfrm>
    </dsp:sp>
    <dsp:sp modelId="{D9CE8ADD-ADA4-42EB-B902-D99A0B44975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D2BBE-AB2C-4FFE-8D22-A6EA601D88D1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Helps in understanding low-level hardware interaction</a:t>
          </a:r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13C74-5AF7-4A35-A030-4529190C79A3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7D3C2-655C-42CB-9D3E-EEF7762DC3E1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Open-source &amp; widely adopted architecture</a:t>
          </a:r>
        </a:p>
      </dsp:txBody>
      <dsp:txXfrm>
        <a:off x="378614" y="886531"/>
        <a:ext cx="2810360" cy="1744948"/>
      </dsp:txXfrm>
    </dsp:sp>
    <dsp:sp modelId="{504B5B0F-99C0-428B-BA08-0A9B2977BC63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0EAE7-4FB1-4B75-BEFC-16E959F09E0E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Used in embedded systems, IoT, and high-performance computing</a:t>
          </a:r>
        </a:p>
      </dsp:txBody>
      <dsp:txXfrm>
        <a:off x="3946203" y="886531"/>
        <a:ext cx="2810360" cy="1744948"/>
      </dsp:txXfrm>
    </dsp:sp>
    <dsp:sp modelId="{D9CE8ADD-ADA4-42EB-B902-D99A0B44975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D2BBE-AB2C-4FFE-8D22-A6EA601D88D1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Helps in understanding low-level hardware interaction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A327C-7B5C-4E6D-AC51-949545B784E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D35A2-B0A3-4AF2-80FC-28D936C25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36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morning, esteemed committee members. My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Racharla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Umesh Reddy, and my Advisor is professor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tung,  today we are  thrilled to present our teaching module designed for the next era of computing: RISC-V Assembly Language Programming using the ESP32-C3 and QEMU."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285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So.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"Why RISC-V? Because the world is moving toward open-standard architectures. My curriculum addresses a critical gap: how to teach students to control the machine directly, without the barrier of proprietary licenses." 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770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"What makes this material unique is its Dual-Platform Advantage. We don't just study one chip; we study the ESP32-C3 for 32-bit embedded systems and Fedora Linux under QEMU for 64-bit high-performance computing. This gives students a 360-degree view of modern architecture."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27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begin in the virtual world. Using QEMU, students boot a full Fedora Linux instance. By running simple commands like cat /proc/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cpuinfo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they witness the power of a virtual 64-bit RISC-V heart beating inside their own PC. It makes 'invisible' hardware tangible." 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(Slide 5: ESP32-C3 Hardware) "Then, we move to the physical. We utilize the ESP32-C3, which supports the RV32IMC ISA. Here, students learn the 'DNA' of the processor: I for base integers, M for multiplication, and C for compressed instructions—the key to memory efficiency in tiny devices." 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251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 ensure they understand system security, we explore the four privilege levels: from Machine Mode for raw hardware control to User Mode for safe application execution. We teach them not just how to code, but how to architect safe systems." 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892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"Now, for the 'heart' of the course: The add3 experiment.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857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don't just write a calculator; we build a bridge. Students write a Main program in C and then craft a custom function in pure RISC-V Assembly to add three 32-bit integers. This is where the magic happens: high-level logic meets machine-level speed." 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741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"First, we prove the logic in the Linux environment. Using the standard GCC compiler, students see their assembly code execute seamlessly on a virtual 64-bit processor. The result? A perfect sum of 72. Validation complete."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34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237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"But we don't stop at a screen. We take that same logic, initialize the ESP-IDF framework, and flash it directly into the ESP32-C3 silicon.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882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students see 'r = 72' appear in their hardware monitor, they aren't just students anymore—they are engineers who have successfully commanded a physical processor."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05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teaching material is more than a tutorial; it’s a career-ready foundation. It empowers students to master the open-source future of electronics. Thank you for your time and for supporting the next generation of RISC-V innovators."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D35A2-B0A3-4AF2-80FC-28D936C2541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10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EEE1-0385-A3A1-42C0-4ACC1BC56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3C2EB-F34D-65C3-C96F-BAD227327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C899D-6002-17FD-3862-3B374DB9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FEE-B737-4F48-BAF3-2605C9B3740F}" type="datetime1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1E2B-FF42-5D6D-3AD6-28DAD5B0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57DE1-0B09-546A-CF11-AFF35457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91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0692-0DAE-0CAE-0F82-1F5C92C3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80604-7482-9307-138F-1CB03DC38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299A0-4E3E-B71C-148F-A53B8C90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B1E56-BE08-4346-902F-D6A123662B81}" type="datetime1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9DFA-D2DF-B6B4-95BB-F14D18C0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62775-0903-AC57-91FB-644A1A35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59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95AA-A006-E7E1-D2C5-0B52337C0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157B2-744B-7A60-F608-536C3C9E8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C5C3A-50B2-B0CC-090B-FA327BE4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5FE49-8CC4-4745-9E55-67331EF09B75}" type="datetime1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D7E04-F262-C318-2C80-449CB236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FF41C-7528-8E46-E06B-6A11AC09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6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5E6B-80B0-3240-6323-E0B90A64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C037E-A702-75E9-8688-0401B1E94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D6B27-9CE8-2411-0647-A31AECC2F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AFF83-6F9C-5260-551F-B38F9012B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AE36F-8E62-4648-8995-2C4E2BA24A7C}" type="datetime1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CAFFF-E061-68A4-AA27-DC416D7CA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045C8-BB4A-6419-8A77-984CE913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785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A651E-D446-8382-260B-AACF7E38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3521-F032-7F7C-F742-B32B23A82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D8388-7F39-18E0-734D-3703E3353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D3532-1243-3C9C-EA78-42200FFB0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F7A16-D2CF-4DA4-D7BB-79617F506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D21C1F-2EF4-EC0D-2A3F-E6511A4C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F9CE-82BA-4293-B26D-3A4385D10152}" type="datetime1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D6144-8566-FC9F-04D9-198C81C5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FA071D-CEAE-C4A7-357C-BA4500D9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87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C6FD-1736-7EB5-313F-E931E8C0C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AA3BA-AEE2-A6F6-9B27-C0B95A14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62765-949F-4913-8031-612948B53B75}" type="datetime1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BAD65-DC23-D47B-C2E1-264E7EA1F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D706F-62F6-4A87-DB2A-711476E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90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22CE4-5619-FF5E-FACD-E65100DCA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5045-6C8F-4A59-8ACE-9CBB2EF12493}" type="datetime1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789B8-FA9C-BA43-13EE-A86F510B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B5BB0-C582-07AF-9340-40329AD8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31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AB82-0BBC-A4AD-17F7-5C617BB9E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BA64-9E56-1345-626B-B9D391C09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EED58-F26C-30A9-CE83-C1BF636AC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363F6-4F34-FC8C-DB7F-F4F5B3E8B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DB47-75A5-4499-B448-7349AA42EE30}" type="datetime1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BAA72-C3A4-D3C5-AB52-7DB2587B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5E344-AC16-87A7-87BF-6C3A1B8E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32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F34E-4F7A-CF4E-9379-C9275A5D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A2FE0-A531-B4B4-4ABB-0FC8D6CA6B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5BA06-19DC-9D71-2A2D-BA2099F8F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E0CB6-73F7-AECE-30B7-B860AE39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BF59-C22C-461C-A465-8EDCC99511E2}" type="datetime1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56582-569F-0D1B-7C03-26B6B133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39A52-EAFC-A306-2BCD-136E2710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91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3125-AC9D-9197-AF53-ACE52F59D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169C3-E1D1-4431-F486-15930E4C4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F2566-75DD-F4FB-869C-2B031DA97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AB6F2-0150-4863-910F-EE45D34DCF73}" type="datetime1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76724-3E68-C40A-5F70-115285BF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449E6-2E89-A7C9-638F-4CB243F2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67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AECAD-EA61-A69A-B5AE-885D39AB3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A0ECD-F52B-24B4-9E52-C960D46F5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DA7C3-692A-3F7D-EC6F-43E08F00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1478-5EC5-407C-9B11-36759DB936D9}" type="datetime1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87737-9E47-04FF-227D-72814AE6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F95EA-9507-908E-2748-D1EC52A3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95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9E562-2711-5413-2AA8-C1F0E630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79544-85C2-5025-7228-E226A6DC4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396DD-A3F2-4B9E-7D96-D50533072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E0F55-0984-48DB-B9DE-466B6438DB05}" type="datetime1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1007-5851-8F84-2180-27D3564BD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36984-FD51-931A-441E-29A6D87C1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BB2E9-BD85-4E0D-9472-D7FECF95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88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DDDF854-56E8-0D7B-F025-BE4FCF07D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041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Assembly Language Programming Using ESP32-C3 and QEMU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558D1D5-3925-BE7A-FFAE-7CD72141E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9349"/>
            <a:ext cx="9144000" cy="1174888"/>
          </a:xfrm>
        </p:spPr>
        <p:txBody>
          <a:bodyPr>
            <a:normAutofit fontScale="85000" lnSpcReduction="20000"/>
          </a:bodyPr>
          <a:lstStyle/>
          <a:p>
            <a:pPr marL="114300" indent="-342900" algn="l">
              <a:buFont typeface="Wingdings" panose="05000000000000000000" pitchFamily="2" charset="2"/>
              <a:buChar char="v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Racharla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Umesh Reddy</a:t>
            </a:r>
          </a:p>
          <a:p>
            <a:pPr marL="114300" indent="-342900" algn="l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M14158104</a:t>
            </a:r>
          </a:p>
          <a:p>
            <a:pPr marL="114300" indent="-342900" algn="l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Yi-Chih Tung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C7E84F6F-4358-FA05-EAB1-D447D4CC8C7F}"/>
              </a:ext>
            </a:extLst>
          </p:cNvPr>
          <p:cNvSpPr/>
          <p:nvPr/>
        </p:nvSpPr>
        <p:spPr>
          <a:xfrm>
            <a:off x="3767343" y="893763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99FEDC-D201-896E-FA40-253AEC4B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34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A5E30C-022F-D98E-4F96-5D1083B21DC4}"/>
              </a:ext>
            </a:extLst>
          </p:cNvPr>
          <p:cNvSpPr txBox="1"/>
          <p:nvPr/>
        </p:nvSpPr>
        <p:spPr>
          <a:xfrm>
            <a:off x="1043631" y="809898"/>
            <a:ext cx="10173010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Why Learn RISC-V Assembly?</a:t>
            </a:r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B8D5B574-A8C8-3678-5DB2-4F09A9163757}"/>
              </a:ext>
            </a:extLst>
          </p:cNvPr>
          <p:cNvGraphicFramePr/>
          <p:nvPr/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6B8A9-AAE0-2828-D720-F441B39F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2</a:t>
            </a:fld>
            <a:endParaRPr lang="en-IN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37C126B-A2E0-9867-0F1F-96151E45E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240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C5D60F-2A15-AC6A-8B44-9FD6FDA7E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04" y="13689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C163CF-0C42-E07B-7F0F-6DC207CD1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0EBB24B-13E2-9EFE-0333-4C2E7663D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5B7C4C-5269-4E0A-A48C-AC8513675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C0A69EE-746B-10D7-FE56-9FD2D9FD4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479" y="7663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1A71F-4D04-3DD8-998D-4A5B8F3034AD}"/>
              </a:ext>
            </a:extLst>
          </p:cNvPr>
          <p:cNvSpPr txBox="1"/>
          <p:nvPr/>
        </p:nvSpPr>
        <p:spPr>
          <a:xfrm>
            <a:off x="1196031" y="962298"/>
            <a:ext cx="10173010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Why Learn RISC-V Assembly?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15338B-D08F-F577-102E-C53361F77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90600" y="66377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extBox 7">
            <a:extLst>
              <a:ext uri="{FF2B5EF4-FFF2-40B4-BE49-F238E27FC236}">
                <a16:creationId xmlns:a16="http://schemas.microsoft.com/office/drawing/2014/main" id="{55A697D6-E206-464A-19F9-C40540EB06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5453063"/>
              </p:ext>
            </p:extLst>
          </p:nvPr>
        </p:nvGraphicFramePr>
        <p:xfrm>
          <a:off x="1057002" y="31699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49693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88C64D-4C81-3EA5-5C5E-C06F0D1DF136}"/>
              </a:ext>
            </a:extLst>
          </p:cNvPr>
          <p:cNvSpPr txBox="1"/>
          <p:nvPr/>
        </p:nvSpPr>
        <p:spPr>
          <a:xfrm>
            <a:off x="681717" y="509591"/>
            <a:ext cx="102584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the ESP32-C3 device (RV32) as well as Fedora Linux under QEMU (RV64).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Getting Started with Seeed Studio XIAO ...">
            <a:extLst>
              <a:ext uri="{FF2B5EF4-FFF2-40B4-BE49-F238E27FC236}">
                <a16:creationId xmlns:a16="http://schemas.microsoft.com/office/drawing/2014/main" id="{112FB2F9-B1B6-0870-4CC2-32B1544E2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591" y="2224087"/>
            <a:ext cx="1895475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F7B958-6B48-F17E-BE05-C031056521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618" y="1612904"/>
            <a:ext cx="6242825" cy="36321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30F5BF-2961-F946-DD8D-1DC214BDE6CE}"/>
              </a:ext>
            </a:extLst>
          </p:cNvPr>
          <p:cNvSpPr txBox="1"/>
          <p:nvPr/>
        </p:nvSpPr>
        <p:spPr>
          <a:xfrm>
            <a:off x="2167618" y="4875761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ESP32-C3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B33F5-A908-09CB-2D8D-D8356FAD4DD2}"/>
              </a:ext>
            </a:extLst>
          </p:cNvPr>
          <p:cNvSpPr txBox="1"/>
          <p:nvPr/>
        </p:nvSpPr>
        <p:spPr>
          <a:xfrm>
            <a:off x="6431107" y="5307002"/>
            <a:ext cx="3670461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Fedora Linux under QEMU (RV64).</a:t>
            </a:r>
            <a:endParaRPr lang="en-IN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F16612F-9475-8A21-94A1-252440AF6088}"/>
              </a:ext>
            </a:extLst>
          </p:cNvPr>
          <p:cNvSpPr/>
          <p:nvPr/>
        </p:nvSpPr>
        <p:spPr>
          <a:xfrm>
            <a:off x="344703" y="6106886"/>
            <a:ext cx="3688453" cy="597161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24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AB8A4-B3EB-B9D2-BD58-2F6D088D687F}"/>
              </a:ext>
            </a:extLst>
          </p:cNvPr>
          <p:cNvSpPr txBox="1"/>
          <p:nvPr/>
        </p:nvSpPr>
        <p:spPr>
          <a:xfrm>
            <a:off x="657726" y="3429000"/>
            <a:ext cx="46842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sv-S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QEMU RISC-V 64 Bit Emulator</a:t>
            </a:r>
          </a:p>
          <a:p>
            <a:pPr algn="just"/>
            <a:endParaRPr lang="sv-S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Fedora Linux under the emulator, Use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cat /proc/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cpuinfo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the level of support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D48F20-59DF-E2D0-DB52-3DFD224D4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9" r="15399" b="6839"/>
          <a:stretch>
            <a:fillRect/>
          </a:stretch>
        </p:blipFill>
        <p:spPr>
          <a:xfrm>
            <a:off x="5342020" y="2454478"/>
            <a:ext cx="6192254" cy="4119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4B99F0-4C5B-6B2E-4AE1-C3260F82538B}"/>
              </a:ext>
            </a:extLst>
          </p:cNvPr>
          <p:cNvSpPr txBox="1"/>
          <p:nvPr/>
        </p:nvSpPr>
        <p:spPr>
          <a:xfrm>
            <a:off x="657726" y="242370"/>
            <a:ext cx="936858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ESP32-C3 Hardware: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Focusing on the CPU resource,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states that the ESP32-C3 device supports the RV32IMC ISA.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base and extensions are supported: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- Base Integer Instruction Set, 32-bit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 - Standard Extension for Integer Multiplication and Division • C - Standard Extension for Compressed Instructions</a:t>
            </a:r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456528D7-980E-C4BA-4624-7F3882969134}"/>
              </a:ext>
            </a:extLst>
          </p:cNvPr>
          <p:cNvSpPr/>
          <p:nvPr/>
        </p:nvSpPr>
        <p:spPr>
          <a:xfrm>
            <a:off x="273424" y="5917373"/>
            <a:ext cx="3130032" cy="545682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CF27E-E592-EDD7-23BB-E708296C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085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36EAF-1A70-5C14-ADA2-1998443E736A}"/>
              </a:ext>
            </a:extLst>
          </p:cNvPr>
          <p:cNvSpPr txBox="1"/>
          <p:nvPr/>
        </p:nvSpPr>
        <p:spPr>
          <a:xfrm>
            <a:off x="807720" y="476518"/>
            <a:ext cx="98145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RISC-V base and extensions are supported: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- Base Integer Instruction Set, 64-bit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 - Standard Extension for Integer Multiplication and Division • A - Standard Extension for Atomic Instructions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 - Standard Extension for Single-Precision Floating-Point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 - Standard Extension for Double-Precision Floating-Point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 - Standard Extension for Compressed Instructions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 - Standard Extension for Supervisor-level Instructions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013D8-4B63-C8B9-8F3E-0C5F5B826FA3}"/>
              </a:ext>
            </a:extLst>
          </p:cNvPr>
          <p:cNvSpPr txBox="1"/>
          <p:nvPr/>
        </p:nvSpPr>
        <p:spPr>
          <a:xfrm>
            <a:off x="1127760" y="3473813"/>
            <a:ext cx="4968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Privilege Levels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RISC-V specification identifies four classes of privilege levels for a CPU.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4FEE9F-3609-CF1B-C23B-AD59327AD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911" y="3415458"/>
            <a:ext cx="4757480" cy="2055702"/>
          </a:xfrm>
          <a:prstGeom prst="rect">
            <a:avLst/>
          </a:prstGeom>
        </p:spPr>
      </p:pic>
      <p:sp>
        <p:nvSpPr>
          <p:cNvPr id="2" name="Freeform 8">
            <a:extLst>
              <a:ext uri="{FF2B5EF4-FFF2-40B4-BE49-F238E27FC236}">
                <a16:creationId xmlns:a16="http://schemas.microsoft.com/office/drawing/2014/main" id="{371AAA31-C02C-3B96-2F0B-18B50CFB8A67}"/>
              </a:ext>
            </a:extLst>
          </p:cNvPr>
          <p:cNvSpPr/>
          <p:nvPr/>
        </p:nvSpPr>
        <p:spPr>
          <a:xfrm>
            <a:off x="481848" y="5855555"/>
            <a:ext cx="3130032" cy="545682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858B0-9687-F662-BC96-B6744766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208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C1C8-5115-A753-3921-8C531D95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Exercise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49F07-9186-128A-83ED-0C852686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304" y="1728216"/>
            <a:ext cx="10375392" cy="4448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Program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writing RISC-V assembly with a practical example.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add3 function to add three integers.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ESP32-C3, QEMU, riscv32-esp-elf-gcc.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2A477-4E26-7DE7-7AE4-F3FF7943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93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CB39-39C0-92E2-69AF-E8AA6CC3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three 32-bit integer numbers using assembly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language, called from a C main program.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49BEF8F-89B5-03F9-F417-78BF3BEC13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63"/>
          <a:stretch>
            <a:fillRect/>
          </a:stretch>
        </p:blipFill>
        <p:spPr>
          <a:xfrm>
            <a:off x="2898378" y="2321824"/>
            <a:ext cx="6487107" cy="398753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1191B9-1B64-45C4-C41A-64383F9D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46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E23E-4B93-AB2C-BEC1-C7B9261E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the Demonstration in QEMU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3BDB3-B682-3A4B-1D57-0C0184DA7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 QEMU): Log into your QEMU in stance of Fedora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~/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/repo/05/add3/qemu64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-O0 -g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add3.S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ls -l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rwxrwxr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-x. 1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13560 Apr 19 21:13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a.out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 compiler will compile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 program and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add3.S as an assembler source module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our program under Linux use: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./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a.out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72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EB75E-D0C4-C683-B039-691CC088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151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448DAC-B39A-DEC2-74C1-0B84BCCF4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4463" y="1963194"/>
            <a:ext cx="5277001" cy="37491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CED1C1-F7A0-EACC-03D1-6B0382772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26145"/>
            <a:ext cx="5441851" cy="38231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B59F6A-6A81-D6A0-5E8A-E4D5A739410B}"/>
              </a:ext>
            </a:extLst>
          </p:cNvPr>
          <p:cNvSpPr txBox="1"/>
          <p:nvPr/>
        </p:nvSpPr>
        <p:spPr>
          <a:xfrm>
            <a:off x="701040" y="690880"/>
            <a:ext cx="636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in QEMU instance of Fedora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090F40-E16F-15F2-279A-9B0960569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00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78374-2829-0DD1-24BC-9312734D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091"/>
            <a:ext cx="10515600" cy="14929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Exercise on ESP32-C3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FB1B-779D-2843-7AB0-D1883923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1360"/>
            <a:ext cx="5481320" cy="4137726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their ESP-IDF in a new terminal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. ~/espc3/esp-idf/export.sh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main program is somewhat different than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used on Linux.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 int add3(int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one,int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two,int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app_main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a=23, b=24, c=25;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 = 0;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add3(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 = %d\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n",r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3EC91-BAE8-EC4C-32B3-77F98046049B}"/>
              </a:ext>
            </a:extLst>
          </p:cNvPr>
          <p:cNvSpPr txBox="1"/>
          <p:nvPr/>
        </p:nvSpPr>
        <p:spPr>
          <a:xfrm>
            <a:off x="6636194" y="2398626"/>
            <a:ext cx="5164645" cy="373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ESP32-C3 main program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~/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/repo/05/add3/main/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main.c</a:t>
            </a: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/repo/05/add3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idf.py 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fullclean</a:t>
            </a: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action: 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fullclean</a:t>
            </a: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your ESP32-C3 version of the add3 program.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idf.py build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89A024-E500-9F00-C36E-71948E98A82F}"/>
              </a:ext>
            </a:extLst>
          </p:cNvPr>
          <p:cNvCxnSpPr/>
          <p:nvPr/>
        </p:nvCxnSpPr>
        <p:spPr>
          <a:xfrm>
            <a:off x="6187440" y="1686560"/>
            <a:ext cx="0" cy="444252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5E7B1-F48F-A84B-A92F-45D61974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989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734CF-4297-BF75-BF4B-2712E016F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1238" y="1659731"/>
            <a:ext cx="5394301" cy="41314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B5E06A-5E5B-74D3-9046-28D1B45A7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59731"/>
            <a:ext cx="5647424" cy="4040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CF9006-774B-5798-FE84-705671D02039}"/>
              </a:ext>
            </a:extLst>
          </p:cNvPr>
          <p:cNvSpPr txBox="1"/>
          <p:nvPr/>
        </p:nvSpPr>
        <p:spPr>
          <a:xfrm>
            <a:off x="640080" y="772160"/>
            <a:ext cx="6715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for ESP32-C3 version of the add3 program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16EB3B-914E-2875-9245-F8765F3B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703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D148BA-7CA2-278B-7004-8C58469D9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3373" y="2579454"/>
            <a:ext cx="5571395" cy="369985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8C70DC-2CA2-A0D5-91B1-615B2A356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79454"/>
            <a:ext cx="5648560" cy="36998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9FAD1D-B0D1-5F73-DCE3-0334433A59F1}"/>
              </a:ext>
            </a:extLst>
          </p:cNvPr>
          <p:cNvSpPr txBox="1"/>
          <p:nvPr/>
        </p:nvSpPr>
        <p:spPr>
          <a:xfrm>
            <a:off x="447440" y="430628"/>
            <a:ext cx="8178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program exits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app_main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just stalls within the ESP32 framework. Press Control- (Control right square bracket) to exit the monitor process. Notice that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sum is reported correctly 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72.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RISC-V instructions on the ESP32-C3!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C9DC3-0231-D1C5-FCE3-D9ADAB3412AB}"/>
              </a:ext>
            </a:extLst>
          </p:cNvPr>
          <p:cNvSpPr txBox="1"/>
          <p:nvPr/>
        </p:nvSpPr>
        <p:spPr>
          <a:xfrm>
            <a:off x="261234" y="6242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Flash the program into esp32 c3 after build successful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EF52E-50E2-FA02-42EA-AEBF13BAAFF5}"/>
              </a:ext>
            </a:extLst>
          </p:cNvPr>
          <p:cNvSpPr txBox="1"/>
          <p:nvPr/>
        </p:nvSpPr>
        <p:spPr>
          <a:xfrm>
            <a:off x="6450211" y="6279306"/>
            <a:ext cx="461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the output after flashing the program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70DBDB-5674-FEAE-184E-42177694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160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11113A-2F93-D3BB-20C0-4857BEF11504}"/>
              </a:ext>
            </a:extLst>
          </p:cNvPr>
          <p:cNvSpPr txBox="1"/>
          <p:nvPr/>
        </p:nvSpPr>
        <p:spPr>
          <a:xfrm>
            <a:off x="1804987" y="2340336"/>
            <a:ext cx="8582025" cy="21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You 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DB933B-A538-8483-C4C7-4A08702C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B2E9-BD85-4E0D-9472-D7FECF95F9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70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1164</Words>
  <Application>Microsoft Office PowerPoint</Application>
  <PresentationFormat>Widescreen</PresentationFormat>
  <Paragraphs>123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RISC-V Assembly Language Programming Using ESP32-C3 and QEMU</vt:lpstr>
      <vt:lpstr>PowerPoint Presentation</vt:lpstr>
      <vt:lpstr>PowerPoint Presentation</vt:lpstr>
      <vt:lpstr>PowerPoint Presentation</vt:lpstr>
      <vt:lpstr>PowerPoint Presentation</vt:lpstr>
      <vt:lpstr>First Exercise</vt:lpstr>
      <vt:lpstr>Adding three 32-bit integer numbers using assembly language, called from a C main program.</vt:lpstr>
      <vt:lpstr>Running the Demonstration in QEMU</vt:lpstr>
      <vt:lpstr>PowerPoint Presentation</vt:lpstr>
      <vt:lpstr>First Exercise on ESP32-C3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雷迪</dc:creator>
  <cp:lastModifiedBy>雷迪</cp:lastModifiedBy>
  <cp:revision>4</cp:revision>
  <dcterms:created xsi:type="dcterms:W3CDTF">2026-04-21T05:53:05Z</dcterms:created>
  <dcterms:modified xsi:type="dcterms:W3CDTF">2026-04-21T08:29:13Z</dcterms:modified>
</cp:coreProperties>
</file>