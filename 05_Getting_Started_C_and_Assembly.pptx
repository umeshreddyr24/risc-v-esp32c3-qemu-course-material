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9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2EFB1-31E2-5363-E89A-23F25A10C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A67A9-9872-D3F0-79F3-F0D76D0524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335F6-12DD-5388-6C90-CC46DC4AF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7B3BFA-13B8-2D91-AD65-CCC540591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2C196-9831-9D02-1741-399A0D1D7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0158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B7DF2-7564-07F5-0FB6-44F6B11AD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39703-BB68-2F33-3B0C-654851210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8D831-0659-2572-B846-693936875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D8C65-21AD-8DD1-C59A-C6FA4236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B600B-D72F-00F5-D783-D6BB4911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467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53C46-EBEA-A5E0-3F44-9FF395CC39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F0FD-E74F-A39A-13AA-C7830E94E8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51FA68-3EE0-CE1E-580B-782BD62D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11908-CC73-6C71-3C0B-7DB32522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123D5-2308-5A46-395B-A73F76996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021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04E6B-F335-0EE7-BC57-CBBEB23C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2DF9A-1BCA-2A3A-DA17-8D4F40217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85BED1-D892-2CB7-1A14-4D4423F90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BE656-D52A-3F54-A4CC-61D920D00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7D823-2C19-235F-88F9-ED2A4081D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D54901-6F90-133A-3560-DDCB31806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02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A4B64-9395-CF50-A28A-5B0143FDF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6C61FE-A2E3-4475-4AD7-E4A00DD813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7B0B9F-E60F-6639-644D-87BB260E2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8DAA4-99BE-045D-7521-9BEC4A9D99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0D6308-4399-9BA1-0003-6F6EFA858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B50562-B565-616B-3D3D-618B5950F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BB69D-D22C-0599-0A50-582CF5628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3E3FD0-A25E-541C-2613-ACA8D2116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1484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2E608-15DF-D38C-DE68-36DEF3973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8AC889-63FE-8867-0BD1-4EBCFD6A1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83E27E-1E2D-8817-453C-6471F67E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A221C0-BDE1-A292-D1F7-2635972A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51490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B6C674-EE64-A584-1A56-D7F88A701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DC6F29-C7BB-0DCE-1446-56109E596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49BF0-2341-0879-80F4-A8D5A3252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59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D2DE5-1323-C838-8A2E-E2319F2D1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7F87B-8CCF-E967-38AB-FDC249984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DBE60-9928-0D87-5D26-D8E196CD7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0DEBD-0BA1-E8EB-1B1C-5DD6E9A7C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9DF84-13FE-F0F8-E2DB-04B272BA8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6D078-B695-21AC-CEEC-04364F7E9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63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5E15-288B-0706-9246-CE7F10C9E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5597CF-0940-3AA7-0290-DA282B0EF3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F667A-8D47-112E-B934-27E1767F27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7CF55-EC01-62D4-2F60-391B0ABF3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436A5-373A-06D2-86AF-2D384E4A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A3243-B2EE-FC80-2B2B-72CF2E84F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947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3B58-2299-BFB0-3BFB-4EE54DE7F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EEAAE9-BC88-DB15-4A55-BC21F29E8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27CB1E-835F-062A-3B8E-E99CB410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B4DBC-C017-DC76-A4DB-C5C2AC028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7F7D2-DD2F-0D39-8EB3-DED11754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6393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7646DD-9BF4-7E5E-2F46-E4DC30ACF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7F658-1D0E-D885-782D-D6B77FD6A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FD194-A685-546D-979E-64BC3FFA5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1AE9D-157F-9633-0F1B-5F69DFC82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1B2F6-C016-0A71-7ACA-BC58A252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393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9E5344-CD8C-26D8-CFB4-7078B3AE7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6F2682-882E-B505-55AB-68D7805B2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4EFF3-337E-2383-3045-EA3E80203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97CC1E-C470-4DB5-9EDA-866BDBE0DA52}" type="datetimeFigureOut">
              <a:rPr lang="en-IN" smtClean="0"/>
              <a:t>31-07-2025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9496E-7B7D-5103-2ED2-1F6C105A6C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24831-87EC-1A1B-0AA5-30579B44CB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140C05-8208-48D1-BBBC-36740A7A27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53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8">
            <a:extLst>
              <a:ext uri="{FF2B5EF4-FFF2-40B4-BE49-F238E27FC236}">
                <a16:creationId xmlns:a16="http://schemas.microsoft.com/office/drawing/2014/main" id="{D0762CB8-2321-0605-068F-4F1753B8219A}"/>
              </a:ext>
            </a:extLst>
          </p:cNvPr>
          <p:cNvSpPr/>
          <p:nvPr/>
        </p:nvSpPr>
        <p:spPr>
          <a:xfrm>
            <a:off x="8382000" y="377185"/>
            <a:ext cx="3130032" cy="545682"/>
          </a:xfrm>
          <a:custGeom>
            <a:avLst/>
            <a:gdLst/>
            <a:ahLst/>
            <a:cxnLst/>
            <a:rect l="l" t="t" r="r" b="b"/>
            <a:pathLst>
              <a:path w="4657313" h="777598">
                <a:moveTo>
                  <a:pt x="0" y="0"/>
                </a:moveTo>
                <a:lnTo>
                  <a:pt x="4657313" y="0"/>
                </a:lnTo>
                <a:lnTo>
                  <a:pt x="4657313" y="777598"/>
                </a:lnTo>
                <a:lnTo>
                  <a:pt x="0" y="7775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EA8E15AE-4CE7-1FAC-9E4C-57C3274A1DD2}"/>
              </a:ext>
            </a:extLst>
          </p:cNvPr>
          <p:cNvSpPr txBox="1"/>
          <p:nvPr/>
        </p:nvSpPr>
        <p:spPr>
          <a:xfrm>
            <a:off x="604696" y="927972"/>
            <a:ext cx="6619064" cy="658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5604"/>
              </a:lnSpc>
            </a:pP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 Yi-</a:t>
            </a:r>
            <a:r>
              <a:rPr lang="en-US" sz="4002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Chih</a:t>
            </a:r>
            <a:r>
              <a:rPr lang="en-US" sz="4002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DD789F-0FB6-D016-920F-B4B545EFF0B6}"/>
              </a:ext>
            </a:extLst>
          </p:cNvPr>
          <p:cNvSpPr txBox="1"/>
          <p:nvPr/>
        </p:nvSpPr>
        <p:spPr>
          <a:xfrm>
            <a:off x="604696" y="1586870"/>
            <a:ext cx="3939689" cy="10537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9021"/>
              </a:lnSpc>
            </a:pPr>
            <a:r>
              <a:rPr lang="en-US" sz="6444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0903A-7E1C-4010-178D-8A4FADEF6637}"/>
              </a:ext>
            </a:extLst>
          </p:cNvPr>
          <p:cNvSpPr txBox="1"/>
          <p:nvPr/>
        </p:nvSpPr>
        <p:spPr>
          <a:xfrm>
            <a:off x="780712" y="2798106"/>
            <a:ext cx="531528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etting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and run a simple assembly program, integrate with C.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Assembly structure, add3 example, running on ESP32-C3/QEMU.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E026A1D-969F-3CE2-D3FE-280C92467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6802" y="2334766"/>
            <a:ext cx="4726839" cy="357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531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B6F7C7-C5EE-7A83-2264-207EB832F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Memory Models &amp; Data Types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CB4E4-0217-7824-A9D7-AED1BABC4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ESP32-C3 device, which is an RV32 (32-bit) device</a:t>
            </a:r>
          </a:p>
          <a:p>
            <a:pPr marL="0" indent="0">
              <a:buNone/>
            </a:pPr>
            <a:r>
              <a:rPr lang="en-IN" sz="2200">
                <a:latin typeface="Times New Roman" panose="02020603050405020304" pitchFamily="18" charset="0"/>
                <a:cs typeface="Times New Roman" panose="02020603050405020304" pitchFamily="18" charset="0"/>
              </a:rPr>
              <a:t>• qemu-system-riscv64 (QEMU), a 64-bit emulator for RV64</a:t>
            </a:r>
          </a:p>
          <a:p>
            <a:pPr marL="0" indent="0">
              <a:buNone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RV32 Model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int, long integers and pointers share the same bit width of 32-bits (4 bytes). This fits the RV32I architecture where the registers are 32-bits in width.</a:t>
            </a:r>
          </a:p>
          <a:p>
            <a:pPr marL="0" indent="0">
              <a:buNone/>
            </a:pPr>
            <a:r>
              <a:rPr lang="en-IN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RV64 Model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QEMU is fun to experiment with because it uses the RV64 architecture, which is a superset of RV32.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The registers in this architecture are widened to 64-bits.</a:t>
            </a:r>
            <a:endParaRPr lang="en-IN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995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6C1C8-5115-A753-3921-8C531D95C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 b="1">
                <a:latin typeface="Times New Roman" panose="02020603050405020304" pitchFamily="18" charset="0"/>
                <a:cs typeface="Times New Roman" panose="02020603050405020304" pitchFamily="18" charset="0"/>
              </a:rPr>
              <a:t>First Exercise</a:t>
            </a:r>
            <a:endParaRPr lang="en-IN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49F07-9186-128A-83ED-0C852686E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Program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writing RISC-V assembly with a practical example.</a:t>
            </a:r>
          </a:p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 function to add three integers.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ESP32-C3, QEMU, riscv32-esp-elf-gcc.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main program is written as if it were calling another C function. The C compiler doesn't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know that the function add3() in this example is written in assembler language. The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program for this example is illustrated in Listing 5.1 and will be run from Fedora Linux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QEMU.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930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13CB39-39C0-92E2-69AF-E8AA6CC3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three 32-bit integer numbers using assembly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language, called from a C main program.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9BEF8F-89B5-03F9-F417-78BF3BEC13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163"/>
          <a:stretch>
            <a:fillRect/>
          </a:stretch>
        </p:blipFill>
        <p:spPr>
          <a:xfrm>
            <a:off x="2898378" y="2321824"/>
            <a:ext cx="6487107" cy="39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460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6EE23E-4B93-AB2C-BEC1-C7B9261E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Running the Demonstration in QEMU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3BDB3-B682-3A4B-1D57-0C0184DA7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81943"/>
            <a:ext cx="10168128" cy="3695020"/>
          </a:xfrm>
        </p:spPr>
        <p:txBody>
          <a:bodyPr>
            <a:normAutofit fontScale="92500" lnSpcReduction="10000"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 QEMU): Log into your QEMU in stance of Fedora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cd ~/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/repo/05/add3/qemu64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gcc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-O0 -g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add3.S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ls -l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rwxrwxr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-x. 1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13560 Apr 19 21:13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 compiler will compile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C program and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add3.S as an assembler source module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execute our program under Linux use: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./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a.out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72</a:t>
            </a:r>
          </a:p>
        </p:txBody>
      </p:sp>
    </p:spTree>
    <p:extLst>
      <p:ext uri="{BB962C8B-B14F-4D97-AF65-F5344CB8AC3E}">
        <p14:creationId xmlns:p14="http://schemas.microsoft.com/office/powerpoint/2010/main" val="3669151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48DAC-B39A-DEC2-74C1-0B84BCCF47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463" y="1963194"/>
            <a:ext cx="5277001" cy="37491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CED1C1-F7A0-EACC-03D1-6B0382772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26145"/>
            <a:ext cx="5441851" cy="38231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B59F6A-6A81-D6A0-5E8A-E4D5A739410B}"/>
              </a:ext>
            </a:extLst>
          </p:cNvPr>
          <p:cNvSpPr txBox="1"/>
          <p:nvPr/>
        </p:nvSpPr>
        <p:spPr>
          <a:xfrm>
            <a:off x="701040" y="690880"/>
            <a:ext cx="6360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in QEMU instance of Fedora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1631001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FFBEE45-F140-49D5-85EA-C78C2434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78374-2829-0DD1-24BC-9312734D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5091"/>
            <a:ext cx="10515600" cy="149290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 Exercise on ESP32-C3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1FB1B-779D-2843-7AB0-D18839239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91360"/>
            <a:ext cx="5481320" cy="413772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Initialize their ESP-IDF in a new terminal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. ~/espc3/esp-idf/export.sh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ESP32 main program is somewhat different than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used on Linux.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extern int add3(int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one,int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two,int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three);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app_main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(void) {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a=23, b=24, c=25;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 = 0;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= add3(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a,b,c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 = %d\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A3EC91-BAE8-EC4C-32B3-77F98046049B}"/>
              </a:ext>
            </a:extLst>
          </p:cNvPr>
          <p:cNvSpPr txBox="1"/>
          <p:nvPr/>
        </p:nvSpPr>
        <p:spPr>
          <a:xfrm>
            <a:off x="6636194" y="2398626"/>
            <a:ext cx="5164645" cy="3730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 main program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/repo/05/add3/main/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main.c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/repo/05/add3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fullclean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Executing action: </a:t>
            </a:r>
            <a:r>
              <a:rPr lang="en-US" sz="20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fullclean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your ESP32-C3 version of the add3 program.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idf.py build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89A024-E500-9F00-C36E-71948E98A82F}"/>
              </a:ext>
            </a:extLst>
          </p:cNvPr>
          <p:cNvCxnSpPr/>
          <p:nvPr/>
        </p:nvCxnSpPr>
        <p:spPr>
          <a:xfrm>
            <a:off x="6187440" y="1686560"/>
            <a:ext cx="0" cy="4442526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098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5734CF-4297-BF75-BF4B-2712E016FD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38" y="1659731"/>
            <a:ext cx="5394301" cy="413146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B5E06A-5E5B-74D3-9046-28D1B45A7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9731"/>
            <a:ext cx="5647424" cy="4040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CF9006-774B-5798-FE84-705671D02039}"/>
              </a:ext>
            </a:extLst>
          </p:cNvPr>
          <p:cNvSpPr txBox="1"/>
          <p:nvPr/>
        </p:nvSpPr>
        <p:spPr>
          <a:xfrm>
            <a:off x="640080" y="772160"/>
            <a:ext cx="6715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for ESP32-C3 version of the add3 program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370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D148BA-7CA2-278B-7004-8C58469D94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3373" y="2579454"/>
            <a:ext cx="5571395" cy="3699852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8C70DC-2CA2-A0D5-91B1-615B2A356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579454"/>
            <a:ext cx="5648560" cy="36998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9FAD1D-B0D1-5F73-DCE3-0334433A59F1}"/>
              </a:ext>
            </a:extLst>
          </p:cNvPr>
          <p:cNvSpPr txBox="1"/>
          <p:nvPr/>
        </p:nvSpPr>
        <p:spPr>
          <a:xfrm>
            <a:off x="447440" y="430628"/>
            <a:ext cx="8178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the program exits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app_main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just stalls within the ESP32 framework. Press Control- (Control right square bracket) to exit the monitor process. Notice that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sum is reported correctly as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72.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RISC-V instructions on the ESP32-C3!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BC9DC3-0231-D1C5-FCE3-D9ADAB3412AB}"/>
              </a:ext>
            </a:extLst>
          </p:cNvPr>
          <p:cNvSpPr txBox="1"/>
          <p:nvPr/>
        </p:nvSpPr>
        <p:spPr>
          <a:xfrm>
            <a:off x="261234" y="6242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Flash the program into esp32 c3 after build successful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0EF52E-50E2-FA02-42EA-AEBF13BAAFF5}"/>
              </a:ext>
            </a:extLst>
          </p:cNvPr>
          <p:cNvSpPr txBox="1"/>
          <p:nvPr/>
        </p:nvSpPr>
        <p:spPr>
          <a:xfrm>
            <a:off x="6450211" y="6279306"/>
            <a:ext cx="461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the output after flashing the program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160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BE770-C3AB-D928-E07C-4B036A1EE9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ESP32-C3 Assembler Listing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cd ~/riscv/repo/05/add3</a:t>
            </a:r>
            <a:b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 ~/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/repo/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listesp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main/add3.S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DB3C4AC-A8D1-0963-5173-0478384ADD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3 0000 2E95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4 0002 3295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add3: add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a0,a0,a1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a0 = a0 + a1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a0,a0,a2</a:t>
            </a:r>
          </a:p>
          <a:p>
            <a:r>
              <a:rPr lang="en-IN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a0 = a0 + a2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four hex digits after the line number indicate the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relative address of the assembled instruction.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28EFBD-7E2A-08FC-306D-CEE34939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325731"/>
            <a:ext cx="6440424" cy="415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3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F76C71-32C1-C54B-13E0-87864DBE1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30656"/>
            <a:ext cx="4443154" cy="1263445"/>
          </a:xfrm>
        </p:spPr>
        <p:txBody>
          <a:bodyPr anchor="b">
            <a:normAutofit fontScale="90000"/>
          </a:bodyPr>
          <a:lstStyle/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Objdump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objdump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takes many options, but in the ESP32-C3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environment, we can dump out the generated add3.o (this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was generated as part of producing the listing file) as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FE6F8E2-7615-1517-12F1-2F51F56E9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049855"/>
            <a:ext cx="4443154" cy="349286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see that the object file is reverse engineered by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objdump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command, in a format similar to the listing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(this one used -march=rv32im). We are reminded by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output, that the format is little endian by the line :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add3.o: file format elf32-littleriscv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71C126-763B-4DF8-565C-E0401D8A4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247570"/>
            <a:ext cx="6440424" cy="43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34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1113A-2F93-D3BB-20C0-4857BEF11504}"/>
              </a:ext>
            </a:extLst>
          </p:cNvPr>
          <p:cNvSpPr txBox="1"/>
          <p:nvPr/>
        </p:nvSpPr>
        <p:spPr>
          <a:xfrm>
            <a:off x="1804988" y="1442172"/>
            <a:ext cx="8582025" cy="21773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!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701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735</Words>
  <Application>Microsoft Office PowerPoint</Application>
  <PresentationFormat>Widescreen</PresentationFormat>
  <Paragraphs>82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Memory Models &amp; Data Types</vt:lpstr>
      <vt:lpstr>First Exercise</vt:lpstr>
      <vt:lpstr>Adding three 32-bit integer numbers using assembly language, called from a C main program.</vt:lpstr>
      <vt:lpstr>Running the Demonstration in QEMU</vt:lpstr>
      <vt:lpstr>PowerPoint Presentation</vt:lpstr>
      <vt:lpstr>First Exercise on ESP32-C3</vt:lpstr>
      <vt:lpstr>PowerPoint Presentation</vt:lpstr>
      <vt:lpstr>PowerPoint Presentation</vt:lpstr>
      <vt:lpstr>ESP32-C3 Assembler Listing $ cd ~/riscv/repo/05/add3 $ ~/riscv/repo/listesp main/add3.S</vt:lpstr>
      <vt:lpstr>Objdump The objdump takes many options, but in the ESP32-C3 environment, we can dump out the generated add3.o (this file was generated as part of producing the listing file) as follows: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雷迪</dc:creator>
  <cp:lastModifiedBy>雷迪</cp:lastModifiedBy>
  <cp:revision>3</cp:revision>
  <dcterms:created xsi:type="dcterms:W3CDTF">2025-07-28T07:41:39Z</dcterms:created>
  <dcterms:modified xsi:type="dcterms:W3CDTF">2025-07-31T07:00:25Z</dcterms:modified>
</cp:coreProperties>
</file>